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e204-week-8-midterm.en.md_doc.pdf" TargetMode="External" /><Relationship Id="rId3" Type="http://schemas.openxmlformats.org/officeDocument/2006/relationships/hyperlink" Target="ce204-week-8-midterm.en.md_word.docx" TargetMode="External" /><Relationship Id="rId4" Type="http://schemas.openxmlformats.org/officeDocument/2006/relationships/hyperlink" Target="ce204-week-8-midterm.en.md_slid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TBD</a:t>
            </a:r>
            <a:br/>
            <a:br/>
            <a:r>
              <a:rPr/>
              <a:t>Author: Asst. Prof. Dr. Uğur CORUH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Week-8 (Midterm)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Spring Semester, 2024-2025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</a:rPr>
              <a:t>DOC-PDF</a:t>
            </a:r>
            <a:r>
              <a:rPr/>
              <a:t>, </a:t>
            </a:r>
            <a:r>
              <a:rPr>
                <a:hlinkClick r:id="rId3"/>
              </a:rPr>
              <a:t>DOC-DOCX</a:t>
            </a:r>
            <a:r>
              <a:rPr/>
              <a:t>, </a:t>
            </a:r>
            <a:r>
              <a:rPr>
                <a:hlinkClick r:id="rId4"/>
              </a:rPr>
              <a:t>SLIDE</a:t>
            </a:r>
            <a:r>
              <a:rPr/>
              <a:t>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TBD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TBD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 (formerly CE204)</dc:title>
  <dc:creator>Author: Asst. Prof. Dr. Uğur CORUH</dc:creator>
  <cp:keywords/>
  <dcterms:created xsi:type="dcterms:W3CDTF">2026-03-03T13:35:00Z</dcterms:created>
  <dcterms:modified xsi:type="dcterms:W3CDTF">2026-03-03T13:35:00Z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backgroundImage">
    <vt:lpwstr>url(‘assets/hero-background.svg’)</vt:lpwstr>
  </property>
  <property fmtid="{D5CDD505-2E9C-101B-9397-08002B2CF9AE}" pid="5" name="date">
    <vt:lpwstr/>
  </property>
  <property fmtid="{D5CDD505-2E9C-101B-9397-08002B2CF9AE}" pid="6" name="disable-header-and-footer">
    <vt:lpwstr>False</vt:lpwstr>
  </property>
  <property fmtid="{D5CDD505-2E9C-101B-9397-08002B2CF9AE}" pid="7" name="footer">
    <vt:lpwstr>height:50px RTEU CEN206 Week-8</vt:lpwstr>
  </property>
  <property fmtid="{D5CDD505-2E9C-101B-9397-08002B2CF9AE}" pid="8" name="footer-center">
    <vt:lpwstr>© Copyright 2024-2025</vt:lpwstr>
  </property>
  <property fmtid="{D5CDD505-2E9C-101B-9397-08002B2CF9AE}" pid="9" name="footer-left">
    <vt:lpwstr>© Copyright 2024-2025 Asst. Prof. Dr. Uğur CORUH</vt:lpwstr>
  </property>
  <property fmtid="{D5CDD505-2E9C-101B-9397-08002B2CF9AE}" pid="10" name="footer-right">
    <vt:lpwstr/>
  </property>
  <property fmtid="{D5CDD505-2E9C-101B-9397-08002B2CF9AE}" pid="11" name="geometry">
    <vt:lpwstr>left=2.54cm,right=2.54cm,top=1.91cm,bottom=1.91cm</vt:lpwstr>
  </property>
  <property fmtid="{D5CDD505-2E9C-101B-9397-08002B2CF9AE}" pid="12" name="header">
    <vt:lpwstr>CEN206 Object-Oriented Programming (formerly CE204)</vt:lpwstr>
  </property>
  <property fmtid="{D5CDD505-2E9C-101B-9397-08002B2CF9AE}" pid="13" name="header-center">
    <vt:lpwstr/>
  </property>
  <property fmtid="{D5CDD505-2E9C-101B-9397-08002B2CF9AE}" pid="14" name="header-left">
    <vt:lpwstr/>
  </property>
  <property fmtid="{D5CDD505-2E9C-101B-9397-08002B2CF9AE}" pid="15" name="header-right">
    <vt:lpwstr/>
  </property>
  <property fmtid="{D5CDD505-2E9C-101B-9397-08002B2CF9AE}" pid="16" name="links-as-notes">
    <vt:lpwstr>True</vt:lpwstr>
  </property>
  <property fmtid="{D5CDD505-2E9C-101B-9397-08002B2CF9AE}" pid="17" name="listings-disable-line-numbers">
    <vt:lpwstr>True</vt:lpwstr>
  </property>
  <property fmtid="{D5CDD505-2E9C-101B-9397-08002B2CF9AE}" pid="18" name="listings-no-page-break">
    <vt:lpwstr>False</vt:lpwstr>
  </property>
  <property fmtid="{D5CDD505-2E9C-101B-9397-08002B2CF9AE}" pid="19" name="lof">
    <vt:lpwstr>True</vt:lpwstr>
  </property>
  <property fmtid="{D5CDD505-2E9C-101B-9397-08002B2CF9AE}" pid="20" name="logo">
    <vt:lpwstr>assets/2021-10-19-15-01-36-image.png</vt:lpwstr>
  </property>
  <property fmtid="{D5CDD505-2E9C-101B-9397-08002B2CF9AE}" pid="21" name="logo-width">
    <vt:lpwstr>100</vt:lpwstr>
  </property>
  <property fmtid="{D5CDD505-2E9C-101B-9397-08002B2CF9AE}" pid="22" name="lot">
    <vt:lpwstr>True</vt:lpwstr>
  </property>
  <property fmtid="{D5CDD505-2E9C-101B-9397-08002B2CF9AE}" pid="23" name="marp">
    <vt:lpwstr>True</vt:lpwstr>
  </property>
  <property fmtid="{D5CDD505-2E9C-101B-9397-08002B2CF9AE}" pid="24" name="math">
    <vt:lpwstr>katex</vt:lpwstr>
  </property>
  <property fmtid="{D5CDD505-2E9C-101B-9397-08002B2CF9AE}" pid="25" name="page-background">
    <vt:lpwstr/>
  </property>
  <property fmtid="{D5CDD505-2E9C-101B-9397-08002B2CF9AE}" pid="26" name="page-background-opacity">
    <vt:lpwstr/>
  </property>
  <property fmtid="{D5CDD505-2E9C-101B-9397-08002B2CF9AE}" pid="27" name="paginate">
    <vt:lpwstr>True</vt:lpwstr>
  </property>
  <property fmtid="{D5CDD505-2E9C-101B-9397-08002B2CF9AE}" pid="28" name="style">
    <vt:lpwstr>img[alt~=“center”] { display: block; margin: 0 auto; }</vt:lpwstr>
  </property>
  <property fmtid="{D5CDD505-2E9C-101B-9397-08002B2CF9AE}" pid="29" name="subparagraph">
    <vt:lpwstr>True</vt:lpwstr>
  </property>
  <property fmtid="{D5CDD505-2E9C-101B-9397-08002B2CF9AE}" pid="30" name="subtitle">
    <vt:lpwstr>TBD</vt:lpwstr>
  </property>
  <property fmtid="{D5CDD505-2E9C-101B-9397-08002B2CF9AE}" pid="31" name="theme">
    <vt:lpwstr>default</vt:lpwstr>
  </property>
  <property fmtid="{D5CDD505-2E9C-101B-9397-08002B2CF9AE}" pid="32" name="titlepage">
    <vt:lpwstr>True</vt:lpwstr>
  </property>
  <property fmtid="{D5CDD505-2E9C-101B-9397-08002B2CF9AE}" pid="33" name="titlepage-color">
    <vt:lpwstr>FFFFFF</vt:lpwstr>
  </property>
  <property fmtid="{D5CDD505-2E9C-101B-9397-08002B2CF9AE}" pid="34" name="titlepage-rule-color">
    <vt:lpwstr>CCCCCC</vt:lpwstr>
  </property>
  <property fmtid="{D5CDD505-2E9C-101B-9397-08002B2CF9AE}" pid="35" name="titlepage-rule-height">
    <vt:lpwstr>4</vt:lpwstr>
  </property>
  <property fmtid="{D5CDD505-2E9C-101B-9397-08002B2CF9AE}" pid="36" name="titlepage-text-color">
    <vt:lpwstr>000000</vt:lpwstr>
  </property>
</Properties>
</file>