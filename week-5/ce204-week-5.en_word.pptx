
<file path=[Content_Types].xml><?xml version="1.0" encoding="utf-8"?>
<Types xmlns="http://schemas.openxmlformats.org/package/2006/content-types">
  <Default Extension="xml" ContentType="application/xml"/>
  <Default Extension="rels" ContentType="application/vnd.openxmlformats-package.relationships+xml"/>
  <Default Extension="svg" ContentType="image/svg+xml"/>
  <Default Extension="svgz" ContentType="image/svg+xml;charset=utf-8"/>
  <Default Extension="svgz" ContentType="image/svg+xml; charset=utf-8"/>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slide" Target="slides/slide129.xml" /><Relationship Id="rId131" Type="http://schemas.openxmlformats.org/officeDocument/2006/relationships/slide" Target="slides/slide130.xml" /><Relationship Id="rId132" Type="http://schemas.openxmlformats.org/officeDocument/2006/relationships/slide" Target="slides/slide131.xml" /><Relationship Id="rId133" Type="http://schemas.openxmlformats.org/officeDocument/2006/relationships/slide" Target="slides/slide132.xml" /><Relationship Id="rId134" Type="http://schemas.openxmlformats.org/officeDocument/2006/relationships/slide" Target="slides/slide133.xml" /><Relationship Id="rId135" Type="http://schemas.openxmlformats.org/officeDocument/2006/relationships/slide" Target="slides/slide134.xml" /><Relationship Id="rId136" Type="http://schemas.openxmlformats.org/officeDocument/2006/relationships/slide" Target="slides/slide135.xml" /><Relationship Id="rId137" Type="http://schemas.openxmlformats.org/officeDocument/2006/relationships/slide" Target="slides/slide136.xml" /><Relationship Id="rId138" Type="http://schemas.openxmlformats.org/officeDocument/2006/relationships/slide" Target="slides/slide137.xml" /><Relationship Id="rId139" Type="http://schemas.openxmlformats.org/officeDocument/2006/relationships/slide" Target="slides/slide138.xml" /><Relationship Id="rId140" Type="http://schemas.openxmlformats.org/officeDocument/2006/relationships/slide" Target="slides/slide139.xml" /><Relationship Id="rId141" Type="http://schemas.openxmlformats.org/officeDocument/2006/relationships/slide" Target="slides/slide140.xml" /><Relationship Id="rId142" Type="http://schemas.openxmlformats.org/officeDocument/2006/relationships/slide" Target="slides/slide141.xml" /><Relationship Id="rId143" Type="http://schemas.openxmlformats.org/officeDocument/2006/relationships/slide" Target="slides/slide142.xml" /><Relationship Id="rId144" Type="http://schemas.openxmlformats.org/officeDocument/2006/relationships/slide" Target="slides/slide143.xml" /><Relationship Id="rId145" Type="http://schemas.openxmlformats.org/officeDocument/2006/relationships/slide" Target="slides/slide144.xml" /><Relationship Id="rId146" Type="http://schemas.openxmlformats.org/officeDocument/2006/relationships/slide" Target="slides/slide145.xml" /><Relationship Id="rId147" Type="http://schemas.openxmlformats.org/officeDocument/2006/relationships/slide" Target="slides/slide146.xml" /><Relationship Id="rId148" Type="http://schemas.openxmlformats.org/officeDocument/2006/relationships/slide" Target="slides/slide147.xml" /><Relationship Id="rId149" Type="http://schemas.openxmlformats.org/officeDocument/2006/relationships/slide" Target="slides/slide148.xml" /><Relationship Id="rId150" Type="http://schemas.openxmlformats.org/officeDocument/2006/relationships/slide" Target="slides/slide149.xml" /><Relationship Id="rId151" Type="http://schemas.openxmlformats.org/officeDocument/2006/relationships/slide" Target="slides/slide150.xml" /><Relationship Id="rId152" Type="http://schemas.openxmlformats.org/officeDocument/2006/relationships/slide" Target="slides/slide151.xml" /><Relationship Id="rId153" Type="http://schemas.openxmlformats.org/officeDocument/2006/relationships/slide" Target="slides/slide152.xml" /><Relationship Id="rId154" Type="http://schemas.openxmlformats.org/officeDocument/2006/relationships/slide" Target="slides/slide153.xml" /><Relationship Id="rId155" Type="http://schemas.openxmlformats.org/officeDocument/2006/relationships/slide" Target="slides/slide154.xml" /><Relationship Id="rId156" Type="http://schemas.openxmlformats.org/officeDocument/2006/relationships/slide" Target="slides/slide155.xml" /><Relationship Id="rId157" Type="http://schemas.openxmlformats.org/officeDocument/2006/relationships/slide" Target="slides/slide156.xml" /><Relationship Id="rId158" Type="http://schemas.openxmlformats.org/officeDocument/2006/relationships/slide" Target="slides/slide157.xml" /><Relationship Id="rId159" Type="http://schemas.openxmlformats.org/officeDocument/2006/relationships/slide" Target="slides/slide158.xml" /><Relationship Id="rId160" Type="http://schemas.openxmlformats.org/officeDocument/2006/relationships/slide" Target="slides/slide159.xml" /><Relationship Id="rId161" Type="http://schemas.openxmlformats.org/officeDocument/2006/relationships/slide" Target="slides/slide160.xml" /><Relationship Id="rId162" Type="http://schemas.openxmlformats.org/officeDocument/2006/relationships/slide" Target="slides/slide161.xml" /><Relationship Id="rId163" Type="http://schemas.openxmlformats.org/officeDocument/2006/relationships/slide" Target="slides/slide162.xml" /><Relationship Id="rId164" Type="http://schemas.openxmlformats.org/officeDocument/2006/relationships/slide" Target="slides/slide163.xml" /><Relationship Id="rId165" Type="http://schemas.openxmlformats.org/officeDocument/2006/relationships/slide" Target="slides/slide164.xml" /><Relationship Id="rId166" Type="http://schemas.openxmlformats.org/officeDocument/2006/relationships/slide" Target="slides/slide165.xml" /><Relationship Id="rId167" Type="http://schemas.openxmlformats.org/officeDocument/2006/relationships/slide" Target="slides/slide166.xml" /><Relationship Id="rId168" Type="http://schemas.openxmlformats.org/officeDocument/2006/relationships/slide" Target="slides/slide167.xml" /><Relationship Id="rId169" Type="http://schemas.openxmlformats.org/officeDocument/2006/relationships/slide" Target="slides/slide168.xml" /><Relationship Id="rId170" Type="http://schemas.openxmlformats.org/officeDocument/2006/relationships/slide" Target="slides/slide169.xml" /><Relationship Id="rId171" Type="http://schemas.openxmlformats.org/officeDocument/2006/relationships/slide" Target="slides/slide170.xml" /><Relationship Id="rId172" Type="http://schemas.openxmlformats.org/officeDocument/2006/relationships/slide" Target="slides/slide171.xml" /><Relationship Id="rId173" Type="http://schemas.openxmlformats.org/officeDocument/2006/relationships/slide" Target="slides/slide172.xml" /><Relationship Id="rId174" Type="http://schemas.openxmlformats.org/officeDocument/2006/relationships/slide" Target="slides/slide173.xml" /><Relationship Id="rId175" Type="http://schemas.openxmlformats.org/officeDocument/2006/relationships/slide" Target="slides/slide174.xml" /><Relationship Id="rId176" Type="http://schemas.openxmlformats.org/officeDocument/2006/relationships/slide" Target="slides/slide175.xml" /><Relationship Id="rId177" Type="http://schemas.openxmlformats.org/officeDocument/2006/relationships/slide" Target="slides/slide176.xml" /><Relationship Id="rId178" Type="http://schemas.openxmlformats.org/officeDocument/2006/relationships/slide" Target="slides/slide177.xml" /><Relationship Id="rId179" Type="http://schemas.openxmlformats.org/officeDocument/2006/relationships/slide" Target="slides/slide178.xml" /><Relationship Id="rId180" Type="http://schemas.openxmlformats.org/officeDocument/2006/relationships/slide" Target="slides/slide179.xml" /><Relationship Id="rId181" Type="http://schemas.openxmlformats.org/officeDocument/2006/relationships/slide" Target="slides/slide180.xml" /><Relationship Id="rId182" Type="http://schemas.openxmlformats.org/officeDocument/2006/relationships/slide" Target="slides/slide181.xml" /><Relationship Id="rId183" Type="http://schemas.openxmlformats.org/officeDocument/2006/relationships/slide" Target="slides/slide182.xml" /><Relationship Id="rId184" Type="http://schemas.openxmlformats.org/officeDocument/2006/relationships/slide" Target="slides/slide183.xml" /><Relationship Id="rId185" Type="http://schemas.openxmlformats.org/officeDocument/2006/relationships/slide" Target="slides/slide184.xml" /><Relationship Id="rId186" Type="http://schemas.openxmlformats.org/officeDocument/2006/relationships/slide" Target="slides/slide185.xml" /><Relationship Id="rId187" Type="http://schemas.openxmlformats.org/officeDocument/2006/relationships/slide" Target="slides/slide186.xml" /><Relationship Id="rId188" Type="http://schemas.openxmlformats.org/officeDocument/2006/relationships/slide" Target="slides/slide187.xml" /><Relationship Id="rId189" Type="http://schemas.openxmlformats.org/officeDocument/2006/relationships/slide" Target="slides/slide188.xml" /><Relationship Id="rId190" Type="http://schemas.openxmlformats.org/officeDocument/2006/relationships/slide" Target="slides/slide189.xml" /><Relationship Id="rId191" Type="http://schemas.openxmlformats.org/officeDocument/2006/relationships/slide" Target="slides/slide190.xml" /><Relationship Id="rId192" Type="http://schemas.openxmlformats.org/officeDocument/2006/relationships/slide" Target="slides/slide191.xml" /><Relationship Id="rId193" Type="http://schemas.openxmlformats.org/officeDocument/2006/relationships/slide" Target="slides/slide192.xml" /><Relationship Id="rId194" Type="http://schemas.openxmlformats.org/officeDocument/2006/relationships/slide" Target="slides/slide193.xml" /><Relationship Id="rId195" Type="http://schemas.openxmlformats.org/officeDocument/2006/relationships/slide" Target="slides/slide194.xml" /><Relationship Id="rId196" Type="http://schemas.openxmlformats.org/officeDocument/2006/relationships/slide" Target="slides/slide195.xml" /><Relationship Id="rId197" Type="http://schemas.openxmlformats.org/officeDocument/2006/relationships/slide" Target="slides/slide196.xml" /><Relationship Id="rId198" Type="http://schemas.openxmlformats.org/officeDocument/2006/relationships/slide" Target="slides/slide197.xml" /><Relationship Id="rId199" Type="http://schemas.openxmlformats.org/officeDocument/2006/relationships/slide" Target="slides/slide198.xml" /><Relationship Id="rId200" Type="http://schemas.openxmlformats.org/officeDocument/2006/relationships/slide" Target="slides/slide199.xml" /><Relationship Id="rId201" Type="http://schemas.openxmlformats.org/officeDocument/2006/relationships/slide" Target="slides/slide200.xml" /><Relationship Id="rId202" Type="http://schemas.openxmlformats.org/officeDocument/2006/relationships/slide" Target="slides/slide201.xml" /><Relationship Id="rId203" Type="http://schemas.openxmlformats.org/officeDocument/2006/relationships/slide" Target="slides/slide202.xml" /><Relationship Id="rId204" Type="http://schemas.openxmlformats.org/officeDocument/2006/relationships/slide" Target="slides/slide203.xml" /><Relationship Id="rId205" Type="http://schemas.openxmlformats.org/officeDocument/2006/relationships/slide" Target="slides/slide204.xml" /><Relationship Id="rId206" Type="http://schemas.openxmlformats.org/officeDocument/2006/relationships/slide" Target="slides/slide205.xml" /><Relationship Id="rId207" Type="http://schemas.openxmlformats.org/officeDocument/2006/relationships/slide" Target="slides/slide206.xml" /><Relationship Id="rId208" Type="http://schemas.openxmlformats.org/officeDocument/2006/relationships/slide" Target="slides/slide207.xml" /><Relationship Id="rId209" Type="http://schemas.openxmlformats.org/officeDocument/2006/relationships/slide" Target="slides/slide208.xml" /><Relationship Id="rId210" Type="http://schemas.openxmlformats.org/officeDocument/2006/relationships/slide" Target="slides/slide209.xml" /><Relationship Id="rId211" Type="http://schemas.openxmlformats.org/officeDocument/2006/relationships/slide" Target="slides/slide210.xml" /><Relationship Id="rId212" Type="http://schemas.openxmlformats.org/officeDocument/2006/relationships/slide" Target="slides/slide211.xml" /><Relationship Id="rId213" Type="http://schemas.openxmlformats.org/officeDocument/2006/relationships/slide" Target="slides/slide212.xml" /><Relationship Id="rId214" Type="http://schemas.openxmlformats.org/officeDocument/2006/relationships/slide" Target="slides/slide213.xml" /><Relationship Id="rId215" Type="http://schemas.openxmlformats.org/officeDocument/2006/relationships/slide" Target="slides/slide214.xml" /><Relationship Id="rId216" Type="http://schemas.openxmlformats.org/officeDocument/2006/relationships/slide" Target="slides/slide215.xml" /><Relationship Id="rId217" Type="http://schemas.openxmlformats.org/officeDocument/2006/relationships/slide" Target="slides/slide216.xml" /><Relationship Id="rId218" Type="http://schemas.openxmlformats.org/officeDocument/2006/relationships/slide" Target="slides/slide217.xml" /><Relationship Id="rId219" Type="http://schemas.openxmlformats.org/officeDocument/2006/relationships/slide" Target="slides/slide218.xml" /><Relationship Id="rId220" Type="http://schemas.openxmlformats.org/officeDocument/2006/relationships/slide" Target="slides/slide219.xml" /><Relationship Id="rId221" Type="http://schemas.openxmlformats.org/officeDocument/2006/relationships/slide" Target="slides/slide220.xml" /><Relationship Id="rId222" Type="http://schemas.openxmlformats.org/officeDocument/2006/relationships/slide" Target="slides/slide221.xml" /><Relationship Id="rId223" Type="http://schemas.openxmlformats.org/officeDocument/2006/relationships/slide" Target="slides/slide222.xml" /><Relationship Id="rId224" Type="http://schemas.openxmlformats.org/officeDocument/2006/relationships/slide" Target="slides/slide223.xml" /><Relationship Id="rId225" Type="http://schemas.openxmlformats.org/officeDocument/2006/relationships/slide" Target="slides/slide224.xml" /><Relationship Id="rId226" Type="http://schemas.openxmlformats.org/officeDocument/2006/relationships/slide" Target="slides/slide225.xml" /><Relationship Id="rId227" Type="http://schemas.openxmlformats.org/officeDocument/2006/relationships/slide" Target="slides/slide226.xml" /><Relationship Id="rId228" Type="http://schemas.openxmlformats.org/officeDocument/2006/relationships/slide" Target="slides/slide227.xml" /><Relationship Id="rId229" Type="http://schemas.openxmlformats.org/officeDocument/2006/relationships/slide" Target="slides/slide228.xml" /><Relationship Id="rId230" Type="http://schemas.openxmlformats.org/officeDocument/2006/relationships/slide" Target="slides/slide229.xml" /><Relationship Id="rId231" Type="http://schemas.openxmlformats.org/officeDocument/2006/relationships/slide" Target="slides/slide230.xml" /><Relationship Id="rId232" Type="http://schemas.openxmlformats.org/officeDocument/2006/relationships/slide" Target="slides/slide231.xml" /><Relationship Id="rId233" Type="http://schemas.openxmlformats.org/officeDocument/2006/relationships/slide" Target="slides/slide232.xml" /><Relationship Id="rId234" Type="http://schemas.openxmlformats.org/officeDocument/2006/relationships/slide" Target="slides/slide233.xml" /><Relationship Id="rId235" Type="http://schemas.openxmlformats.org/officeDocument/2006/relationships/slide" Target="slides/slide234.xml" /><Relationship Id="rId236" Type="http://schemas.openxmlformats.org/officeDocument/2006/relationships/slide" Target="slides/slide235.xml" /><Relationship Id="rId237" Type="http://schemas.openxmlformats.org/officeDocument/2006/relationships/slide" Target="slides/slide236.xml" /><Relationship Id="rId238" Type="http://schemas.openxmlformats.org/officeDocument/2006/relationships/slide" Target="slides/slide237.xml" /><Relationship Id="rId239" Type="http://schemas.openxmlformats.org/officeDocument/2006/relationships/slide" Target="slides/slide238.xml" /><Relationship Id="rId240" Type="http://schemas.openxmlformats.org/officeDocument/2006/relationships/slide" Target="slides/slide239.xml" /><Relationship Id="rId241" Type="http://schemas.openxmlformats.org/officeDocument/2006/relationships/slide" Target="slides/slide240.xml" /><Relationship Id="rId242" Type="http://schemas.openxmlformats.org/officeDocument/2006/relationships/slide" Target="slides/slide241.xml" /><Relationship Id="rId243" Type="http://schemas.openxmlformats.org/officeDocument/2006/relationships/slide" Target="slides/slide242.xml" /><Relationship Id="rId244" Type="http://schemas.openxmlformats.org/officeDocument/2006/relationships/slide" Target="slides/slide243.xml" /><Relationship Id="rId245" Type="http://schemas.openxmlformats.org/officeDocument/2006/relationships/slide" Target="slides/slide244.xml" /><Relationship Id="rId246" Type="http://schemas.openxmlformats.org/officeDocument/2006/relationships/slide" Target="slides/slide245.xml" /><Relationship Id="rId247" Type="http://schemas.openxmlformats.org/officeDocument/2006/relationships/slide" Target="slides/slide246.xml" /><Relationship Id="rId248" Type="http://schemas.openxmlformats.org/officeDocument/2006/relationships/slide" Target="slides/slide247.xml" /><Relationship Id="rId249" Type="http://schemas.openxmlformats.org/officeDocument/2006/relationships/slide" Target="slides/slide248.xml" /><Relationship Id="rId250" Type="http://schemas.openxmlformats.org/officeDocument/2006/relationships/slide" Target="slides/slide249.xml" /><Relationship Id="rId251" Type="http://schemas.openxmlformats.org/officeDocument/2006/relationships/slide" Target="slides/slide250.xml" /><Relationship Id="rId252" Type="http://schemas.openxmlformats.org/officeDocument/2006/relationships/slide" Target="slides/slide251.xml" /><Relationship Id="rId253" Type="http://schemas.openxmlformats.org/officeDocument/2006/relationships/slide" Target="slides/slide252.xml" /><Relationship Id="rId254" Type="http://schemas.openxmlformats.org/officeDocument/2006/relationships/slide" Target="slides/slide253.xml" /><Relationship Id="rId255" Type="http://schemas.openxmlformats.org/officeDocument/2006/relationships/slide" Target="slides/slide254.xml" /><Relationship Id="rId256" Type="http://schemas.openxmlformats.org/officeDocument/2006/relationships/slide" Target="slides/slide255.xml" /><Relationship Id="rId257" Type="http://schemas.openxmlformats.org/officeDocument/2006/relationships/slide" Target="slides/slide256.xml" /><Relationship Id="rId258" Type="http://schemas.openxmlformats.org/officeDocument/2006/relationships/slide" Target="slides/slide257.xml" /><Relationship Id="rId259" Type="http://schemas.openxmlformats.org/officeDocument/2006/relationships/slide" Target="slides/slide258.xml" /><Relationship Id="rId260" Type="http://schemas.openxmlformats.org/officeDocument/2006/relationships/slide" Target="slides/slide259.xml" /><Relationship Id="rId261" Type="http://schemas.openxmlformats.org/officeDocument/2006/relationships/slide" Target="slides/slide260.xml" /><Relationship Id="rId262" Type="http://schemas.openxmlformats.org/officeDocument/2006/relationships/slide" Target="slides/slide261.xml" /><Relationship Id="rId263" Type="http://schemas.openxmlformats.org/officeDocument/2006/relationships/slide" Target="slides/slide262.xml" /><Relationship Id="rId264" Type="http://schemas.openxmlformats.org/officeDocument/2006/relationships/slide" Target="slides/slide263.xml" /><Relationship Id="rId265" Type="http://schemas.openxmlformats.org/officeDocument/2006/relationships/slide" Target="slides/slide264.xml" /><Relationship Id="rId266" Type="http://schemas.openxmlformats.org/officeDocument/2006/relationships/slide" Target="slides/slide265.xml" /><Relationship Id="rId267" Type="http://schemas.openxmlformats.org/officeDocument/2006/relationships/slide" Target="slides/slide266.xml" /><Relationship Id="rId268" Type="http://schemas.openxmlformats.org/officeDocument/2006/relationships/slide" Target="slides/slide267.xml" /><Relationship Id="rId269" Type="http://schemas.openxmlformats.org/officeDocument/2006/relationships/slide" Target="slides/slide268.xml" /><Relationship Id="rId270" Type="http://schemas.openxmlformats.org/officeDocument/2006/relationships/slide" Target="slides/slide269.xml" /><Relationship Id="rId271" Type="http://schemas.openxmlformats.org/officeDocument/2006/relationships/slide" Target="slides/slide270.xml" /><Relationship Id="rId272" Type="http://schemas.openxmlformats.org/officeDocument/2006/relationships/slide" Target="slides/slide271.xml" /><Relationship Id="rId273" Type="http://schemas.openxmlformats.org/officeDocument/2006/relationships/slide" Target="slides/slide272.xml" /><Relationship Id="rId274" Type="http://schemas.openxmlformats.org/officeDocument/2006/relationships/slide" Target="slides/slide273.xml" /><Relationship Id="rId275" Type="http://schemas.openxmlformats.org/officeDocument/2006/relationships/slide" Target="slides/slide274.xml" /><Relationship Id="rId276" Type="http://schemas.openxmlformats.org/officeDocument/2006/relationships/slide" Target="slides/slide275.xml" /><Relationship Id="rId277" Type="http://schemas.openxmlformats.org/officeDocument/2006/relationships/slide" Target="slides/slide276.xml" /><Relationship Id="rId278" Type="http://schemas.openxmlformats.org/officeDocument/2006/relationships/slide" Target="slides/slide277.xml" /><Relationship Id="rId279" Type="http://schemas.openxmlformats.org/officeDocument/2006/relationships/slide" Target="slides/slide278.xml" /><Relationship Id="rId280" Type="http://schemas.openxmlformats.org/officeDocument/2006/relationships/slide" Target="slides/slide279.xml" /><Relationship Id="rId281" Type="http://schemas.openxmlformats.org/officeDocument/2006/relationships/slide" Target="slides/slide280.xml" /><Relationship Id="rId282" Type="http://schemas.openxmlformats.org/officeDocument/2006/relationships/slide" Target="slides/slide281.xml" /><Relationship Id="rId283" Type="http://schemas.openxmlformats.org/officeDocument/2006/relationships/slide" Target="slides/slide282.xml" /><Relationship Id="rId284" Type="http://schemas.openxmlformats.org/officeDocument/2006/relationships/slide" Target="slides/slide283.xml" /><Relationship Id="rId285" Type="http://schemas.openxmlformats.org/officeDocument/2006/relationships/slide" Target="slides/slide284.xml" /><Relationship Id="rId286" Type="http://schemas.openxmlformats.org/officeDocument/2006/relationships/slide" Target="slides/slide285.xml" /><Relationship Id="rId287" Type="http://schemas.openxmlformats.org/officeDocument/2006/relationships/slide" Target="slides/slide286.xml" /><Relationship Id="rId288" Type="http://schemas.openxmlformats.org/officeDocument/2006/relationships/slide" Target="slides/slide287.xml" /><Relationship Id="rId289" Type="http://schemas.openxmlformats.org/officeDocument/2006/relationships/slide" Target="slides/slide288.xml" /><Relationship Id="rId290" Type="http://schemas.openxmlformats.org/officeDocument/2006/relationships/slide" Target="slides/slide289.xml" /><Relationship Id="rId291" Type="http://schemas.openxmlformats.org/officeDocument/2006/relationships/slide" Target="slides/slide290.xml" /><Relationship Id="rId292" Type="http://schemas.openxmlformats.org/officeDocument/2006/relationships/slide" Target="slides/slide291.xml" /><Relationship Id="rId293" Type="http://schemas.openxmlformats.org/officeDocument/2006/relationships/slide" Target="slides/slide292.xml" /><Relationship Id="rId294" Type="http://schemas.openxmlformats.org/officeDocument/2006/relationships/slide" Target="slides/slide293.xml" /><Relationship Id="rId295" Type="http://schemas.openxmlformats.org/officeDocument/2006/relationships/slide" Target="slides/slide294.xml" /><Relationship Id="rId296" Type="http://schemas.openxmlformats.org/officeDocument/2006/relationships/slide" Target="slides/slide295.xml" /><Relationship Id="rId297" Type="http://schemas.openxmlformats.org/officeDocument/2006/relationships/slide" Target="slides/slide296.xml" /><Relationship Id="rId298" Type="http://schemas.openxmlformats.org/officeDocument/2006/relationships/slide" Target="slides/slide297.xml" /><Relationship Id="rId299" Type="http://schemas.openxmlformats.org/officeDocument/2006/relationships/slide" Target="slides/slide298.xml" /><Relationship Id="rId300" Type="http://schemas.openxmlformats.org/officeDocument/2006/relationships/slide" Target="slides/slide299.xml" /><Relationship Id="rId301" Type="http://schemas.openxmlformats.org/officeDocument/2006/relationships/slide" Target="slides/slide300.xml" /><Relationship Id="rId302" Type="http://schemas.openxmlformats.org/officeDocument/2006/relationships/slide" Target="slides/slide301.xml" /><Relationship Id="rId303" Type="http://schemas.openxmlformats.org/officeDocument/2006/relationships/slide" Target="slides/slide302.xml" /><Relationship Id="rId304" Type="http://schemas.openxmlformats.org/officeDocument/2006/relationships/slide" Target="slides/slide303.xml" /><Relationship Id="rId305" Type="http://schemas.openxmlformats.org/officeDocument/2006/relationships/slide" Target="slides/slide304.xml" /><Relationship Id="rId306" Type="http://schemas.openxmlformats.org/officeDocument/2006/relationships/slide" Target="slides/slide305.xml" /><Relationship Id="rId307" Type="http://schemas.openxmlformats.org/officeDocument/2006/relationships/slide" Target="slides/slide306.xml" /><Relationship Id="rId308" Type="http://schemas.openxmlformats.org/officeDocument/2006/relationships/slide" Target="slides/slide307.xml" /><Relationship Id="rId309" Type="http://schemas.openxmlformats.org/officeDocument/2006/relationships/slide" Target="slides/slide308.xml" /><Relationship Id="rId310" Type="http://schemas.openxmlformats.org/officeDocument/2006/relationships/slide" Target="slides/slide309.xml" /><Relationship Id="rId311" Type="http://schemas.openxmlformats.org/officeDocument/2006/relationships/slide" Target="slides/slide310.xml" /><Relationship Id="rId312" Type="http://schemas.openxmlformats.org/officeDocument/2006/relationships/slide" Target="slides/slide311.xml" /><Relationship Id="rId313" Type="http://schemas.openxmlformats.org/officeDocument/2006/relationships/slide" Target="slides/slide312.xml" /><Relationship Id="rId314" Type="http://schemas.openxmlformats.org/officeDocument/2006/relationships/slide" Target="slides/slide313.xml" /><Relationship Id="rId315" Type="http://schemas.openxmlformats.org/officeDocument/2006/relationships/slide" Target="slides/slide314.xml" /><Relationship Id="rId316" Type="http://schemas.openxmlformats.org/officeDocument/2006/relationships/slide" Target="slides/slide315.xml" /><Relationship Id="rId317" Type="http://schemas.openxmlformats.org/officeDocument/2006/relationships/slide" Target="slides/slide316.xml" /><Relationship Id="rId318" Type="http://schemas.openxmlformats.org/officeDocument/2006/relationships/slide" Target="slides/slide317.xml" /><Relationship Id="rId319" Type="http://schemas.openxmlformats.org/officeDocument/2006/relationships/slide" Target="slides/slide318.xml" /><Relationship Id="rId320" Type="http://schemas.openxmlformats.org/officeDocument/2006/relationships/slide" Target="slides/slide319.xml" /><Relationship Id="rId321" Type="http://schemas.openxmlformats.org/officeDocument/2006/relationships/slide" Target="slides/slide320.xml" /><Relationship Id="rId322" Type="http://schemas.openxmlformats.org/officeDocument/2006/relationships/slide" Target="slides/slide321.xml" /><Relationship Id="rId323" Type="http://schemas.openxmlformats.org/officeDocument/2006/relationships/slide" Target="slides/slide322.xml" /><Relationship Id="rId324" Type="http://schemas.openxmlformats.org/officeDocument/2006/relationships/slide" Target="slides/slide323.xml" /><Relationship Id="rId325" Type="http://schemas.openxmlformats.org/officeDocument/2006/relationships/slide" Target="slides/slide324.xml" /><Relationship Id="rId326" Type="http://schemas.openxmlformats.org/officeDocument/2006/relationships/slide" Target="slides/slide325.xml" /><Relationship Id="rId327" Type="http://schemas.openxmlformats.org/officeDocument/2006/relationships/slide" Target="slides/slide326.xml" /><Relationship Id="rId328" Type="http://schemas.openxmlformats.org/officeDocument/2006/relationships/slide" Target="slides/slide327.xml" /><Relationship Id="rId329" Type="http://schemas.openxmlformats.org/officeDocument/2006/relationships/slide" Target="slides/slide328.xml" /><Relationship Id="rId330" Type="http://schemas.openxmlformats.org/officeDocument/2006/relationships/slide" Target="slides/slide329.xml" /><Relationship Id="rId331" Type="http://schemas.openxmlformats.org/officeDocument/2006/relationships/slide" Target="slides/slide330.xml" /><Relationship Id="rId332" Type="http://schemas.openxmlformats.org/officeDocument/2006/relationships/slide" Target="slides/slide331.xml" /><Relationship Id="rId333" Type="http://schemas.openxmlformats.org/officeDocument/2006/relationships/slide" Target="slides/slide332.xml" /><Relationship Id="rId334" Type="http://schemas.openxmlformats.org/officeDocument/2006/relationships/slide" Target="slides/slide333.xml" /><Relationship Id="rId335" Type="http://schemas.openxmlformats.org/officeDocument/2006/relationships/slide" Target="slides/slide334.xml" /><Relationship Id="rId336" Type="http://schemas.openxmlformats.org/officeDocument/2006/relationships/slide" Target="slides/slide335.xml" /><Relationship Id="rId337" Type="http://schemas.openxmlformats.org/officeDocument/2006/relationships/slide" Target="slides/slide336.xml" /><Relationship Id="rId338" Type="http://schemas.openxmlformats.org/officeDocument/2006/relationships/slide" Target="slides/slide337.xml" /><Relationship Id="rId339" Type="http://schemas.openxmlformats.org/officeDocument/2006/relationships/slide" Target="slides/slide338.xml" /><Relationship Id="rId340" Type="http://schemas.openxmlformats.org/officeDocument/2006/relationships/slide" Target="slides/slide339.xml" /><Relationship Id="rId341" Type="http://schemas.openxmlformats.org/officeDocument/2006/relationships/slide" Target="slides/slide340.xml" /><Relationship Id="rId342" Type="http://schemas.openxmlformats.org/officeDocument/2006/relationships/slide" Target="slides/slide341.xml" /><Relationship Id="rId343" Type="http://schemas.openxmlformats.org/officeDocument/2006/relationships/slide" Target="slides/slide342.xml" /><Relationship Id="rId344" Type="http://schemas.openxmlformats.org/officeDocument/2006/relationships/slide" Target="slides/slide343.xml" /><Relationship Id="rId345" Type="http://schemas.openxmlformats.org/officeDocument/2006/relationships/slide" Target="slides/slide344.xml" /><Relationship Id="rId346" Type="http://schemas.openxmlformats.org/officeDocument/2006/relationships/slide" Target="slides/slide345.xml" /><Relationship Id="rId347" Type="http://schemas.openxmlformats.org/officeDocument/2006/relationships/slide" Target="slides/slide346.xml" /><Relationship Id="rId348" Type="http://schemas.openxmlformats.org/officeDocument/2006/relationships/slide" Target="slides/slide347.xml" /><Relationship Id="rId349" Type="http://schemas.openxmlformats.org/officeDocument/2006/relationships/slide" Target="slides/slide348.xml" /><Relationship Id="rId350" Type="http://schemas.openxmlformats.org/officeDocument/2006/relationships/slide" Target="slides/slide349.xml" /><Relationship Id="rId351" Type="http://schemas.openxmlformats.org/officeDocument/2006/relationships/slide" Target="slides/slide350.xml" /><Relationship Id="rId352" Type="http://schemas.openxmlformats.org/officeDocument/2006/relationships/slide" Target="slides/slide351.xml" /><Relationship Id="rId353" Type="http://schemas.openxmlformats.org/officeDocument/2006/relationships/slide" Target="slides/slide352.xml" /><Relationship Id="rId355" Type="http://schemas.openxmlformats.org/officeDocument/2006/relationships/viewProps" Target="viewProps.xml" /><Relationship Id="rId354" Type="http://schemas.openxmlformats.org/officeDocument/2006/relationships/presProps" Target="presProps.xml" /><Relationship Id="rId1" Type="http://schemas.openxmlformats.org/officeDocument/2006/relationships/slideMaster" Target="slideMasters/slideMaster1.xml" /><Relationship Id="rId357" Type="http://schemas.openxmlformats.org/officeDocument/2006/relationships/tableStyles" Target="tableStyles.xml" /><Relationship Id="rId35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e204-week-5.en.md_doc.pdf" TargetMode="External" /><Relationship Id="rId3" Type="http://schemas.openxmlformats.org/officeDocument/2006/relationships/hyperlink" Target="ce204-week-5.en.md_word.docx" TargetMode="External" /><Relationship Id="rId4" Type="http://schemas.openxmlformats.org/officeDocument/2006/relationships/hyperlink" Target="ce204-week-5.en.md_slide.pdf"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n.wikipedia.org/wiki/UML" TargetMode="External" /><Relationship Id="rId3" Type="http://schemas.openxmlformats.org/officeDocument/2006/relationships/hyperlink" Target="https://plantuml.com/" TargetMode="External" /><Relationship Id="rId4" Type="http://schemas.openxmlformats.org/officeDocument/2006/relationships/hyperlink" Target="https://en.wikipedia.org/wiki/PlantUML" TargetMode="External" /><Relationship Id="rId5" Type="http://schemas.openxmlformats.org/officeDocument/2006/relationships/hyperlink" Target="https://github.com/plantuml"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www.plantuml.com/plantuml/uml/SyfFKj2rKt3CoKnELR1Io4ZDoSa70000" TargetMode="External" /><Relationship Id="rId2" Type="http://schemas.openxmlformats.org/officeDocument/2006/relationships/image" Target="../media/image1.svg"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www.plantuml.com/plantuml/uml/VT31IiGm40RWUvvYZkqbaEIcA0iB7hruqUEGpjQoQRea4qHadyS7ySNCR2XMMRoqPBv_c4bscJ5ncOFAnocUCE4CcTy3rM-Q_4Lym9pX0Ry-SI3uK30iJyjC_3h5iUlLMQsax-64_eWZ6RsN9dE5R2DxXLmZf_PXeiX6Q4tT_9dQ8lQ_I5oO03CyMlKBv0hGzWDlu0uYlRLZrz-kPC7R3TaDEV1kGwwHDxfEuN8uTDxsKd0w4pzt5KRvzvTO8Yuf2jRYYxIU5SK1PDcV9z6ozAxMono-0G00" TargetMode="External" /><Relationship Id="rId2" Type="http://schemas.openxmlformats.org/officeDocument/2006/relationships/image" Target="../media/image2.sv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sponsors/plantuml/" TargetMode="External" /><Relationship Id="rId2" Type="http://schemas.openxmlformats.org/officeDocument/2006/relationships/image" Target="../media/image3.svgz"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stargazers/" TargetMode="External" /><Relationship Id="rId2" Type="http://schemas.openxmlformats.org/officeDocument/2006/relationships/image" Target="../media/image4.svgz"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watchers/" TargetMode="External" /><Relationship Id="rId2" Type="http://schemas.openxmlformats.org/officeDocument/2006/relationships/image" Target="../media/image5.svgz"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graphs/contributors" TargetMode="External" /><Relationship Id="rId2" Type="http://schemas.openxmlformats.org/officeDocument/2006/relationships/image" Target="../media/image6.svgz"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network/" TargetMode="External" /><Relationship Id="rId2" Type="http://schemas.openxmlformats.org/officeDocument/2006/relationships/image" Target="../media/image7.svgz"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plantuml/plantuml/releases" TargetMode="External" /><Relationship Id="rId2" Type="http://schemas.openxmlformats.org/officeDocument/2006/relationships/image" Target="../media/image8.svgz"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www.plantuml.com/plantuml" TargetMode="External" /><Relationship Id="rId2" Type="http://schemas.openxmlformats.org/officeDocument/2006/relationships/image" Target="../media/image9.svgz"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www.plantuml.com/plantuml" TargetMode="External" /><Relationship Id="rId2" Type="http://schemas.openxmlformats.org/officeDocument/2006/relationships/image" Target="../media/image10.svgz"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www.plantuml.com/plantuml" TargetMode="External" /><Relationship Id="rId2" Type="http://schemas.openxmlformats.org/officeDocument/2006/relationships/image" Target="../media/image11.svgz"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plantuml/plantuml/releases/latest" TargetMode="External" /><Relationship Id="rId2" Type="http://schemas.openxmlformats.org/officeDocument/2006/relationships/image" Target="../media/image12.svgz"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releases/latest" TargetMode="External" /><Relationship Id="rId2" Type="http://schemas.openxmlformats.org/officeDocument/2006/relationships/image" Target="../media/image13.svgz"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commits/" TargetMode="External" /><Relationship Id="rId2" Type="http://schemas.openxmlformats.org/officeDocument/2006/relationships/image" Target="../media/image14.svgz"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plantuml/plantuml/releases/tag/snapshot" TargetMode="External" /><Relationship Id="rId2" Type="http://schemas.openxmlformats.org/officeDocument/2006/relationships/image" Target="../media/image15.svgz"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releases/tag/snapshot" TargetMode="External" /><Relationship Id="rId2" Type="http://schemas.openxmlformats.org/officeDocument/2006/relationships/image" Target="../media/image16.svgz"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commits/" TargetMode="External" /><Relationship Id="rId2" Type="http://schemas.openxmlformats.org/officeDocument/2006/relationships/image" Target="../media/image17.svgz"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actions/workflows/ci.yml" TargetMode="External" /><Relationship Id="rId2" Type="http://schemas.openxmlformats.org/officeDocument/2006/relationships/image" Target="../media/image18.svgz"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guide" TargetMode="External" /><Relationship Id="rId3" Type="http://schemas.openxmlformats.org/officeDocument/2006/relationships/hyperlink" Target="https://plantuml.com/starting" TargetMode="External" /><Relationship Id="rId4" Type="http://schemas.openxmlformats.org/officeDocument/2006/relationships/hyperlink" Target="https://plantuml.com/faq" TargetMode="External" /><Relationship Id="rId5" Type="http://schemas.openxmlformats.org/officeDocument/2006/relationships/hyperlink" Target="https://plantuml.com/running" TargetMode="External" /><Relationship Id="rId6" Type="http://schemas.openxmlformats.org/officeDocument/2006/relationships/hyperlink" Target="https://plantuml.com/svg" TargetMode="External" /><Relationship Id="rId7" Type="http://schemas.openxmlformats.org/officeDocument/2006/relationships/hyperlink" Target="https://plantuml.com/latex" TargetMode="External" /><Relationship Id="rId8" Type="http://schemas.openxmlformats.org/officeDocument/2006/relationships/hyperlink" Target="https://plantuml.com/ascii-art" TargetMode="Externa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sequence-diagram" TargetMode="External" /><Relationship Id="rId3" Type="http://schemas.openxmlformats.org/officeDocument/2006/relationships/hyperlink" Target="https://plantuml.com/use-case-diagram" TargetMode="External" /><Relationship Id="rId4" Type="http://schemas.openxmlformats.org/officeDocument/2006/relationships/hyperlink" Target="https://plantuml.com/class-diagram" TargetMode="External" /><Relationship Id="rId5" Type="http://schemas.openxmlformats.org/officeDocument/2006/relationships/hyperlink" Target="https://plantuml.com/object-diagram" TargetMode="External" /><Relationship Id="rId6" Type="http://schemas.openxmlformats.org/officeDocument/2006/relationships/hyperlink" Target="https://plantuml.com/activity-diagram-beta" TargetMode="External" /><Relationship Id="rId7" Type="http://schemas.openxmlformats.org/officeDocument/2006/relationships/hyperlink" Target="https://plantuml.com/activity-diagram-legacy" TargetMode="External" /><Relationship Id="rId8" Type="http://schemas.openxmlformats.org/officeDocument/2006/relationships/hyperlink" Target="https://plantuml.com/component-diagram" TargetMode="External" /><Relationship Id="rId9" Type="http://schemas.openxmlformats.org/officeDocument/2006/relationships/hyperlink" Target="https://plantuml.com/deployment-diagram" TargetMode="External" /><Relationship Id="rId10" Type="http://schemas.openxmlformats.org/officeDocument/2006/relationships/hyperlink" Target="https://plantuml.com/state-diagram" TargetMode="External" /><Relationship Id="rId11" Type="http://schemas.openxmlformats.org/officeDocument/2006/relationships/hyperlink" Target="https://plantuml.com/timing-diagram" TargetMode="Externa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json" TargetMode="External" /><Relationship Id="rId3" Type="http://schemas.openxmlformats.org/officeDocument/2006/relationships/hyperlink" Target="https://plantuml.com/yaml" TargetMode="External" /><Relationship Id="rId4" Type="http://schemas.openxmlformats.org/officeDocument/2006/relationships/hyperlink" Target="https://plantuml.com/nwdiag" TargetMode="External" /><Relationship Id="rId5" Type="http://schemas.openxmlformats.org/officeDocument/2006/relationships/hyperlink" Target="https://plantuml.com/salt" TargetMode="External" /><Relationship Id="rId6" Type="http://schemas.openxmlformats.org/officeDocument/2006/relationships/hyperlink" Target="https://plantuml.com/archimate-diagram" TargetMode="External" /><Relationship Id="rId7" Type="http://schemas.openxmlformats.org/officeDocument/2006/relationships/hyperlink" Target="https://plantuml.com/activity-diagram-beta#sdl" TargetMode="External" /><Relationship Id="rId8" Type="http://schemas.openxmlformats.org/officeDocument/2006/relationships/hyperlink" Target="https://plantuml.com/ditaa" TargetMode="External" /><Relationship Id="rId9" Type="http://schemas.openxmlformats.org/officeDocument/2006/relationships/hyperlink" Target="https://plantuml.com/gantt-diagram" TargetMode="External" /><Relationship Id="rId10" Type="http://schemas.openxmlformats.org/officeDocument/2006/relationships/hyperlink" Target="https://plantuml.com/mindmap-diagram" TargetMode="External" /><Relationship Id="rId11" Type="http://schemas.openxmlformats.org/officeDocument/2006/relationships/hyperlink" Target="https://plantuml.com/wbs-diagram" TargetMode="External" /><Relationship Id="rId12" Type="http://schemas.openxmlformats.org/officeDocument/2006/relationships/hyperlink" Target="https://plantuml.com/ascii-math" TargetMode="External" /><Relationship Id="rId13" Type="http://schemas.openxmlformats.org/officeDocument/2006/relationships/hyperlink" Target="https://plantuml.com/ie-diagram" TargetMode="Externa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link" TargetMode="External" /><Relationship Id="rId3" Type="http://schemas.openxmlformats.org/officeDocument/2006/relationships/hyperlink" Target="https://plantuml.com/creole" TargetMode="External" /><Relationship Id="rId4" Type="http://schemas.openxmlformats.org/officeDocument/2006/relationships/hyperlink" Target="https://plantuml.com/openiconic" TargetMode="External" /><Relationship Id="rId5" Type="http://schemas.openxmlformats.org/officeDocument/2006/relationships/hyperlink" Target="https://plantuml.com/sprite" TargetMode="External" /><Relationship Id="rId6" Type="http://schemas.openxmlformats.org/officeDocument/2006/relationships/hyperlink" Target="https://plantuml.com/ascii-math" TargetMode="Externa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 TargetMode="Externa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download" TargetMode="External" /><Relationship Id="rId3" Type="http://schemas.openxmlformats.org/officeDocument/2006/relationships/hyperlink" Target="https://github.com/plantuml/plantuml/releases/tag/v1.2022.4" TargetMode="External" /><Relationship Id="rId4" Type="http://schemas.openxmlformats.org/officeDocument/2006/relationships/hyperlink" Target="https://github.com/plantuml/plantuml/releases/download/v1.2022.4/plantuml-1.2022.4.jar" TargetMode="External" /><Relationship Id="rId5" Type="http://schemas.openxmlformats.org/officeDocument/2006/relationships/hyperlink" Target="http://sourceforge.net/projects/plantuml/files/plantuml-nodot.1.2022.4.jar/download" TargetMode="External" /><Relationship Id="rId6" Type="http://schemas.openxmlformats.org/officeDocument/2006/relationships/hyperlink" Target="https://plantuml.com/en/guide" TargetMode="External" /><Relationship Id="rId7" Type="http://schemas.openxmlformats.org/officeDocument/2006/relationships/hyperlink" Target="https://plantuml.com/de/guide" TargetMode="External" /><Relationship Id="rId8" Type="http://schemas.openxmlformats.org/officeDocument/2006/relationships/hyperlink" Target="https://plantuml.com/es/guide" TargetMode="External" /><Relationship Id="rId9" Type="http://schemas.openxmlformats.org/officeDocument/2006/relationships/hyperlink" Target="https://plantuml.com/fr/guide" TargetMode="External" /><Relationship Id="rId10" Type="http://schemas.openxmlformats.org/officeDocument/2006/relationships/hyperlink" Target="https://plantuml.com/ja/guide" TargetMode="External" /><Relationship Id="rId11" Type="http://schemas.openxmlformats.org/officeDocument/2006/relationships/hyperlink" Target="https://plantuml.com/ko/guide" TargetMode="External" /><Relationship Id="rId12" Type="http://schemas.openxmlformats.org/officeDocument/2006/relationships/hyperlink" Target="https://plantuml.com/ru/guide" TargetMode="External" /><Relationship Id="rId13" Type="http://schemas.openxmlformats.org/officeDocument/2006/relationships/hyperlink" Target="https://plantuml.com/zh/guide" TargetMode="Externa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9.sv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command-line" TargetMode="External" /><Relationship Id="rId3" Type="http://schemas.openxmlformats.org/officeDocument/2006/relationships/image" Target="../media/image20.png"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code-php" TargetMode="External" /><Relationship Id="rId3" Type="http://schemas.openxmlformats.org/officeDocument/2006/relationships/hyperlink" Target="https://plantuml.com/code-javascript-synchronous" TargetMode="External" /><Relationship Id="rId4" Type="http://schemas.openxmlformats.org/officeDocument/2006/relationships/hyperlink" Target="https://github.com/dougn/python-plantuml" TargetMode="External" /><Relationship Id="rId5" Type="http://schemas.openxmlformats.org/officeDocument/2006/relationships/hyperlink" Target="https://blog.eidinger.info/plantuml-text-encoding-in-swift" TargetMode="Externa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plantuml.com/plantuml/uml/~h407374617274756d6c0a416c6963652d3e426f62203a204920616d207573696e67206865780a40656e64756d6c" TargetMode="Externa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plantuml.com/plantuml/png/SyfFKj2rKt3CoKnELR1Io4ZDoSa70000" TargetMode="Externa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plantuml.com/plantuml/svg/SyfFKj2rKt3CoKnELR1Io4ZDoSa70000" TargetMode="External" /><Relationship Id="rId3" Type="http://schemas.openxmlformats.org/officeDocument/2006/relationships/hyperlink" Target="https://plantuml.com/svg" TargetMode="External" /><Relationship Id="rId4" Type="http://schemas.openxmlformats.org/officeDocument/2006/relationships/hyperlink" Target="https://plantuml.com/ditaa" TargetMode="Externa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plantuml.com/plantuml/txt/SyfFKj2rKt3CoKnELR1Io4ZDoSa70000" TargetMode="Externa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en.wikipedia.org/wiki/Image_map#Pure_HTML" TargetMode="External" /><Relationship Id="rId3" Type="http://schemas.openxmlformats.org/officeDocument/2006/relationships/hyperlink" Target="http://www.plantuml.com/plantuml/map/AqWiAibCpYn8p2jHSCfFKeYEpYWfAR3IroylBzSho04Ab-Rcw2NdvyR6Se7aTUqK77CoarCLh11AuSgAyqkBabFJyelIK_NoKajYOnKoKdDoyW40" TargetMode="Externa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plantuml.com/plantuml/uml/SoWkIImgAStDuIe0qfd9cGM9UIKAJlb92j7H6IKb1LRw-WKvG26W2hta_DpOM2wGdAwTWcDEPdAgWXL2MLf-KMck7bnnNcf9RAn2HcfEJZwNGsfU2iWA0000" TargetMode="External" /><Relationship Id="rId3" Type="http://schemas.openxmlformats.org/officeDocument/2006/relationships/hyperlink" Target="http://www.plantuml.com/plantuml/map/AqWiAibCpYn8p2jHSCfFKeYEpYWfAR3Iro_80GgLvkRe9UVdniPoWUHqxHGSSpAJKnMi4ChIyejAS_NWYlDIIs9Z5J9IStBo0G00" TargetMode="Externa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en.wikipedia.org/wiki/Urlencode" TargetMode="Externa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text-encoding" TargetMode="Externa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text-encoding" TargetMode="Externa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server#metadata" TargetMode="Externa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running" TargetMode="Externa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svg" TargetMode="External" /><Relationship Id="rId3" Type="http://schemas.openxmlformats.org/officeDocument/2006/relationships/hyperlink" Target="https://plantuml.com/eps" TargetMode="External" /></Relationships>
</file>

<file path=ppt/slides/_rels/slide9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pdf" TargetMode="External" /></Relationships>
</file>

<file path=ppt/slides/_rels/slide9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xmi" TargetMode="External" /></Relationships>
</file>

<file path=ppt/slides/_rels/slide9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ascii-art" TargetMode="External" /><Relationship Id="rId3" Type="http://schemas.openxmlformats.org/officeDocument/2006/relationships/hyperlink" Target="https://plantuml.com/latex" TargetMode="External" /></Relationships>
</file>

<file path=ppt/slides/_rels/slide9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forum.plantuml.net/4752/translate-class-diagram-to-braille" TargetMode="Externa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plantuml/plantuml/issues/155" TargetMode="External" /><Relationship Id="rId3" Type="http://schemas.openxmlformats.org/officeDocument/2006/relationships/hyperlink" Target="https://forum.plantuml.net/11805/" TargetMode="Externa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running" TargetMode="External" /><Relationship Id="rId3" Type="http://schemas.openxmlformats.org/officeDocument/2006/relationships/hyperlink" Target="https://plantuml.com/sitemap-plugins" TargetMode="Externa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danielyaa5/puml-for-markdown" TargetMode="External" /><Relationship Id="rId2" Type="http://schemas.openxmlformats.org/officeDocument/2006/relationships/image" Target="../media/image21.png" /></Relationships>
</file>

<file path=ppt/slides/_rels/slide1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danielyaa5/puml-for-markdown" TargetMode="External" /><Relationship Id="rId4" Type="http://schemas.openxmlformats.org/officeDocument/2006/relationships/hyperlink" Target="https://github.com/marketplace?query=plantuml" TargetMode="External" /><Relationship Id="rId3" Type="http://schemas.openxmlformats.org/officeDocument/2006/relationships/image" Target="../media/image21.png" /></Relationships>
</file>

<file path=ppt/slides/_rels/slide1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marketplace?query=plantuml" TargetMode="External" /><Relationship Id="rId4" Type="http://schemas.openxmlformats.org/officeDocument/2006/relationships/hyperlink" Target="https://blog.anoff.io/2018-07-31-diagrams-with-plantuml/" TargetMode="External" /><Relationship Id="rId3" Type="http://schemas.openxmlformats.org/officeDocument/2006/relationships/image" Target="../media/image21.png" /></Relationships>
</file>

<file path=ppt/slides/_rels/slide1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blog.anoff.io/2018-07-31-diagrams-with-plantuml/" TargetMode="External" /><Relationship Id="rId4" Type="http://schemas.openxmlformats.org/officeDocument/2006/relationships/hyperlink" Target="https://moinmo.in/ParserMarket/PlantUml" TargetMode="External" /><Relationship Id="rId3" Type="http://schemas.openxmlformats.org/officeDocument/2006/relationships/image" Target="../media/image22.png" /></Relationships>
</file>

<file path=ppt/slides/_rels/slide1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moinmo.in/ParserMarket/PlantUml" TargetMode="External" /><Relationship Id="rId4" Type="http://schemas.openxmlformats.org/officeDocument/2006/relationships/hyperlink" Target="https://wordpress.org/plugins/plantuml-renderer" TargetMode="External" /><Relationship Id="rId3" Type="http://schemas.openxmlformats.org/officeDocument/2006/relationships/image" Target="../media/image23.png" /></Relationships>
</file>

<file path=ppt/slides/_rels/slide1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wordpress.org/plugins/plantuml-renderer" TargetMode="External" /><Relationship Id="rId4" Type="http://schemas.openxmlformats.org/officeDocument/2006/relationships/hyperlink" Target="https://github.com/discourse/discourse-plantuml" TargetMode="External" /><Relationship Id="rId3" Type="http://schemas.openxmlformats.org/officeDocument/2006/relationships/image" Target="../media/image24.png"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discourse/discourse-plantuml" TargetMode="Externa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www.npmjs.com/package/nodebb-plugin-plantuml" TargetMode="External" /><Relationship Id="rId2" Type="http://schemas.openxmlformats.org/officeDocument/2006/relationships/image" Target="../media/image25.png" /></Relationships>
</file>

<file path=ppt/slides/_rels/slide1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www.npmjs.com/package/nodebb-plugin-plantuml" TargetMode="External" /><Relationship Id="rId4" Type="http://schemas.openxmlformats.org/officeDocument/2006/relationships/hyperlink" Target="https://github.com/pjkersten/PlantUML" TargetMode="External" /><Relationship Id="rId3" Type="http://schemas.openxmlformats.org/officeDocument/2006/relationships/image" Target="../media/image26.jpg" /></Relationships>
</file>

<file path=ppt/slides/_rels/slide1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pjkersten/PlantUML" TargetMode="External" /><Relationship Id="rId4" Type="http://schemas.openxmlformats.org/officeDocument/2006/relationships/hyperlink" Target="https://github.com/luckval/wiki_external_filter" TargetMode="External" /><Relationship Id="rId3" Type="http://schemas.openxmlformats.org/officeDocument/2006/relationships/image" Target="../media/image27.png" /></Relationships>
</file>

<file path=ppt/slides/_rels/slide1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luckval/wiki_external_filter" TargetMode="External" /><Relationship Id="rId4" Type="http://schemas.openxmlformats.org/officeDocument/2006/relationships/hyperlink" Target="https://marketplace.atlassian.com/search?query=plantuml" TargetMode="External" /><Relationship Id="rId3" Type="http://schemas.openxmlformats.org/officeDocument/2006/relationships/image" Target="../media/image28.png" /></Relationships>
</file>

<file path=ppt/slides/_rels/slide1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marketplace.atlassian.com/search?query=plantuml" TargetMode="External" /><Relationship Id="rId4" Type="http://schemas.openxmlformats.org/officeDocument/2006/relationships/hyperlink" Target="https://marketplace.atlassian.com/search?hosting=cloud&amp;query=plantuml" TargetMode="External" /><Relationship Id="rId3" Type="http://schemas.openxmlformats.org/officeDocument/2006/relationships/image" Target="../media/image28.png" /></Relationships>
</file>

<file path=ppt/slides/_rels/slide1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marketplace.atlassian.com/search?hosting=cloud&amp;query=plantuml" TargetMode="External" /><Relationship Id="rId4" Type="http://schemas.openxmlformats.org/officeDocument/2006/relationships/hyperlink" Target="http://trac-hacks.org/wiki/PlantUmlMacro" TargetMode="External" /><Relationship Id="rId3" Type="http://schemas.openxmlformats.org/officeDocument/2006/relationships/image" Target="../media/image29.png" /></Relationships>
</file>

<file path=ppt/slides/_rels/slide1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trac-hacks.org/wiki/PlantUmlMacro" TargetMode="External" /></Relationships>
</file>

<file path=ppt/slides/_rels/slide131.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vpsfreecz/dokuwiki-plugin-plantuml" TargetMode="External" /><Relationship Id="rId2" Type="http://schemas.openxmlformats.org/officeDocument/2006/relationships/image" Target="../media/image30.png" /></Relationships>
</file>

<file path=ppt/slides/_rels/slide13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www.dokuwiki.org/plugin:plantuml" TargetMode="External" /><Relationship Id="rId3" Type="http://schemas.openxmlformats.org/officeDocument/2006/relationships/hyperlink" Target="http://forum.plantuml.net/1257/any-reason-the-new-release-would-stop-working-in-dokuwiki&amp;show=1288#a1288" TargetMode="External" /><Relationship Id="rId5" Type="http://schemas.openxmlformats.org/officeDocument/2006/relationships/hyperlink" Target="http://extensions.xwiki.org/xwiki/bin/view/Extension/PlantUML+Macro" TargetMode="External" /><Relationship Id="rId4" Type="http://schemas.openxmlformats.org/officeDocument/2006/relationships/image" Target="../media/image31.png" /></Relationships>
</file>

<file path=ppt/slides/_rels/slide13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extensions.xwiki.org/xwiki/bin/view/Extension/PlantUML+Macro" TargetMode="External" /><Relationship Id="rId4" Type="http://schemas.openxmlformats.org/officeDocument/2006/relationships/hyperlink" Target="https://plantuml.com/pmwiki" TargetMode="External" /><Relationship Id="rId3" Type="http://schemas.openxmlformats.org/officeDocument/2006/relationships/image" Target="../media/image32.png" /></Relationships>
</file>

<file path=ppt/slides/_rels/slide13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pmwiki" TargetMode="External" /><Relationship Id="rId4" Type="http://schemas.openxmlformats.org/officeDocument/2006/relationships/hyperlink" Target="https://github.com/anibalch/tiddlywiki-plantuml" TargetMode="External" /><Relationship Id="rId3" Type="http://schemas.openxmlformats.org/officeDocument/2006/relationships/image" Target="../media/image33.png" /></Relationships>
</file>

<file path=ppt/slides/_rels/slide13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anibalch/tiddlywiki-plantuml" TargetMode="External" /><Relationship Id="rId4" Type="http://schemas.openxmlformats.org/officeDocument/2006/relationships/hyperlink" Target="https://github.com/robtaylor/ikiwiki-uml" TargetMode="External" /><Relationship Id="rId3" Type="http://schemas.openxmlformats.org/officeDocument/2006/relationships/image" Target="../media/image34.png" /></Relationships>
</file>

<file path=ppt/slides/_rels/slide13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robtaylor/ikiwiki-uml" TargetMode="External" /><Relationship Id="rId4" Type="http://schemas.openxmlformats.org/officeDocument/2006/relationships/hyperlink" Target="https://github.com/yjpark/jekyll-plantuml" TargetMode="External" /><Relationship Id="rId3" Type="http://schemas.openxmlformats.org/officeDocument/2006/relationships/image" Target="../media/image35.png" /></Relationships>
</file>

<file path=ppt/slides/_rels/slide1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ubygems.org/gems/jekyll-plantuml" TargetMode="External" /></Relationships>
</file>

<file path=ppt/slides/_rels/slide138.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eikek/publet-plantuml" TargetMode="External" /><Relationship Id="rId2" Type="http://schemas.openxmlformats.org/officeDocument/2006/relationships/image" Target="../media/image36.png" /></Relationships>
</file>

<file path=ppt/slides/_rels/slide13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eikek/publet-plantuml" TargetMode="External" /><Relationship Id="rId4" Type="http://schemas.openxmlformats.org/officeDocument/2006/relationships/hyperlink" Target="https://github.com/rolfkleef/zim-plantuml" TargetMode="External" /><Relationship Id="rId3" Type="http://schemas.openxmlformats.org/officeDocument/2006/relationships/image" Target="../media/image37.png" /></Relationships>
</file>

<file path=ppt/slides/_rels/slide14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lab.com/Voyvode/zim-umldiagrameditor" TargetMode="External" /><Relationship Id="rId4" Type="http://schemas.openxmlformats.org/officeDocument/2006/relationships/hyperlink" Target="https://github.com/sbellus/fitnesse-plantuml-plugin" TargetMode="External" /><Relationship Id="rId3" Type="http://schemas.openxmlformats.org/officeDocument/2006/relationships/image" Target="../media/image38.png" /></Relationships>
</file>

<file path=ppt/slides/_rels/slide14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sbellus/fitnesse-plantuml-plugin" TargetMode="External" /><Relationship Id="rId4" Type="http://schemas.openxmlformats.org/officeDocument/2006/relationships/hyperlink" Target="https://github.com/taichi/umlbot" TargetMode="External" /><Relationship Id="rId3" Type="http://schemas.openxmlformats.org/officeDocument/2006/relationships/image" Target="../media/image39.png" /></Relationships>
</file>

<file path=ppt/slides/_rels/slide1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taichi/umlbot" TargetMode="External" /></Relationships>
</file>

<file path=ppt/slides/_rels/slide143.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qownnotes/scripts/tree/master/render-plantuml" TargetMode="External" /><Relationship Id="rId2" Type="http://schemas.openxmlformats.org/officeDocument/2006/relationships/image" Target="../media/image40.png" /></Relationships>
</file>

<file path=ppt/slides/_rels/slide14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qownnotes/scripts/tree/master/render-plantuml" TargetMode="External" /><Relationship Id="rId4" Type="http://schemas.openxmlformats.org/officeDocument/2006/relationships/hyperlink" Target="https://astahblog.com/2021/05/14/plantuml-plugin" TargetMode="External" /><Relationship Id="rId3" Type="http://schemas.openxmlformats.org/officeDocument/2006/relationships/image" Target="../media/image41.png" /></Relationships>
</file>

<file path=ppt/slides/_rels/slide1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astahblog.com/2021/05/14/plantuml-plugin" TargetMode="External" /><Relationship Id="rId4" Type="http://schemas.openxmlformats.org/officeDocument/2006/relationships/hyperlink" Target="https://plantuml.com/tinymce" TargetMode="External" /><Relationship Id="rId3" Type="http://schemas.openxmlformats.org/officeDocument/2006/relationships/image" Target="../media/image42.png" /></Relationships>
</file>

<file path=ppt/slides/_rels/slide14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tinymce" TargetMode="External" /><Relationship Id="rId4" Type="http://schemas.openxmlformats.org/officeDocument/2006/relationships/hyperlink" Target="https://plantuml.com/ckeditordemo" TargetMode="External" /><Relationship Id="rId3" Type="http://schemas.openxmlformats.org/officeDocument/2006/relationships/image" Target="../media/image43.png" /></Relationships>
</file>

<file path=ppt/slides/_rels/slide14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ckeditordemo" TargetMode="External" /><Relationship Id="rId4" Type="http://schemas.openxmlformats.org/officeDocument/2006/relationships/hyperlink" Target="https://plantuml.com/eclipse" TargetMode="External" /><Relationship Id="rId3" Type="http://schemas.openxmlformats.org/officeDocument/2006/relationships/image" Target="../media/image44.png" /></Relationships>
</file>

<file path=ppt/slides/_rels/slide1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eclipse" TargetMode="External" /><Relationship Id="rId4" Type="http://schemas.openxmlformats.org/officeDocument/2006/relationships/hyperlink" Target="http://plugins.netbeans.org/plugin/49069/plantuml" TargetMode="External" /><Relationship Id="rId3" Type="http://schemas.openxmlformats.org/officeDocument/2006/relationships/image" Target="../media/image45.png" /></Relationships>
</file>

<file path=ppt/slides/_rels/slide1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plugins.netbeans.org/plugin/49069/plantuml" TargetMode="External" /></Relationships>
</file>

<file path=ppt/slides/_rels/slide150.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randomthoughtsonjavaprogramming.blogspot.com/2012/02/plantuml-and-netbeans.html" TargetMode="External" /><Relationship Id="rId2" Type="http://schemas.openxmlformats.org/officeDocument/2006/relationships/image" Target="../media/image45.png" /></Relationships>
</file>

<file path=ppt/slides/_rels/slide15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randomthoughtsonjavaprogramming.blogspot.com/2012/02/plantuml-and-netbeans.html" TargetMode="External" /><Relationship Id="rId4" Type="http://schemas.openxmlformats.org/officeDocument/2006/relationships/hyperlink" Target="http://plugins.intellij.net/plugin/?idea&amp;id=7017" TargetMode="External" /><Relationship Id="rId3" Type="http://schemas.openxmlformats.org/officeDocument/2006/relationships/image" Target="../media/image46.png" /></Relationships>
</file>

<file path=ppt/slides/_rels/slide1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plugins.intellij.net/plugin/?idea&amp;id=7017" TargetMode="External" /><Relationship Id="rId4" Type="http://schemas.openxmlformats.org/officeDocument/2006/relationships/hyperlink" Target="https://plantuml.com/word" TargetMode="External" /><Relationship Id="rId3" Type="http://schemas.openxmlformats.org/officeDocument/2006/relationships/image" Target="../media/image47.jpg" /></Relationships>
</file>

<file path=ppt/slides/_rels/slide15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word" TargetMode="External" /><Relationship Id="rId3" Type="http://schemas.openxmlformats.org/officeDocument/2006/relationships/hyperlink" Target="https://plantuml.com/word" TargetMode="External" /><Relationship Id="rId5" Type="http://schemas.openxmlformats.org/officeDocument/2006/relationships/hyperlink" Target="https://code.google.com/p/plantuml-word-add-in-vsto/" TargetMode="External" /><Relationship Id="rId4" Type="http://schemas.openxmlformats.org/officeDocument/2006/relationships/image" Target="../media/image47.jpg" /></Relationships>
</file>

<file path=ppt/slides/_rels/slide15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code.google.com/p/plantuml-word-add-in-vsto/" TargetMode="External" /><Relationship Id="rId3" Type="http://schemas.openxmlformats.org/officeDocument/2006/relationships/hyperlink" Target="https://code.google.com/p/plantuml-word-add-in-vsto/" TargetMode="External" /><Relationship Id="rId5" Type="http://schemas.openxmlformats.org/officeDocument/2006/relationships/hyperlink" Target="http://sourceforge.net/projects/plantuml/files/plantuml.odt/download" TargetMode="External" /><Relationship Id="rId4" Type="http://schemas.openxmlformats.org/officeDocument/2006/relationships/image" Target="../media/image48.png" /></Relationships>
</file>

<file path=ppt/slides/_rels/slide1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urceforge.net/projects/plantuml/files/plantuml.odt/download" TargetMode="External" /><Relationship Id="rId3" Type="http://schemas.openxmlformats.org/officeDocument/2006/relationships/hyperlink" Target="http://sourceforge.net/projects/plantuml/files/plantuml.odt/download" TargetMode="External" /></Relationships>
</file>

<file path=ppt/slides/_rels/slide156.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plantuml.com/emacs" TargetMode="External" /><Relationship Id="rId2" Type="http://schemas.openxmlformats.org/officeDocument/2006/relationships/image" Target="../media/image49.png" /></Relationships>
</file>

<file path=ppt/slides/_rels/slide15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emacs" TargetMode="External" /><Relationship Id="rId4" Type="http://schemas.openxmlformats.org/officeDocument/2006/relationships/hyperlink" Target="https://github.com/jvantuyl/sublime_diagram_plugin" TargetMode="External" /><Relationship Id="rId3" Type="http://schemas.openxmlformats.org/officeDocument/2006/relationships/image" Target="../media/image50.png" /></Relationships>
</file>

<file path=ppt/slides/_rels/slide15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jvantuyl/sublime_diagram_plugin" TargetMode="External" /><Relationship Id="rId4" Type="http://schemas.openxmlformats.org/officeDocument/2006/relationships/hyperlink" Target="http://www.vim.org/scripts/script.php?script_id=3538" TargetMode="External" /><Relationship Id="rId3" Type="http://schemas.openxmlformats.org/officeDocument/2006/relationships/image" Target="../media/image51.png" /></Relationships>
</file>

<file path=ppt/slides/_rels/slide15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www.vim.org/scripts/script.php?script_id=3538" TargetMode="External" /><Relationship Id="rId3" Type="http://schemas.openxmlformats.org/officeDocument/2006/relationships/hyperlink" Target="http://zbz5.net/sequence-diagrams-vim-and-plantuml" TargetMode="External" /><Relationship Id="rId4" Type="http://schemas.openxmlformats.org/officeDocument/2006/relationships/hyperlink" Target="https://github.com/aklt/plantuml-syntax" TargetMode="External" /><Relationship Id="rId5" Type="http://schemas.openxmlformats.org/officeDocument/2006/relationships/hyperlink" Target="https://github.com/NLKNguyen/papercolor-theme" TargetMode="External" /><Relationship Id="rId7" Type="http://schemas.openxmlformats.org/officeDocument/2006/relationships/hyperlink" Target="https://plantuml.com/latex" TargetMode="External" /><Relationship Id="rId6" Type="http://schemas.openxmlformats.org/officeDocument/2006/relationships/image" Target="../media/image52.png" /></Relationships>
</file>

<file path=ppt/slides/_rels/slide16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latex" TargetMode="External" /><Relationship Id="rId4" Type="http://schemas.openxmlformats.org/officeDocument/2006/relationships/hyperlink" Target="http://mbeddr.wordpress.com/2013/02/14/visualizations-reloaded/" TargetMode="External" /><Relationship Id="rId3" Type="http://schemas.openxmlformats.org/officeDocument/2006/relationships/image" Target="../media/image53.png" /></Relationships>
</file>

<file path=ppt/slides/_rels/slide16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mbeddr.wordpress.com/2013/02/14/visualizations-reloaded/" TargetMode="External" /><Relationship Id="rId4" Type="http://schemas.openxmlformats.org/officeDocument/2006/relationships/hyperlink" Target="http://ruudbeukema.nl/gedit-plantuml-plugin" TargetMode="External" /><Relationship Id="rId3" Type="http://schemas.openxmlformats.org/officeDocument/2006/relationships/image" Target="../media/image54.png" /></Relationships>
</file>

<file path=ppt/slides/_rels/slide1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ruudbeukema.nl/gedit-plantuml-plugin" TargetMode="External" /></Relationships>
</file>

<file path=ppt/slides/_rels/slide163.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KyleKorndoerfer/BracketsUML" TargetMode="External" /><Relationship Id="rId2" Type="http://schemas.openxmlformats.org/officeDocument/2006/relationships/image" Target="../media/image55.png" /></Relationships>
</file>

<file path=ppt/slides/_rels/slide16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KyleKorndoerfer/BracketsUML" TargetMode="External" /><Relationship Id="rId4" Type="http://schemas.openxmlformats.org/officeDocument/2006/relationships/hyperlink" Target="https://atom.io/packages/plantuml" TargetMode="External" /><Relationship Id="rId3" Type="http://schemas.openxmlformats.org/officeDocument/2006/relationships/image" Target="../media/image56.png" /></Relationships>
</file>

<file path=ppt/slides/_rels/slide16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atom.io/packages/plantuml" TargetMode="External" /><Relationship Id="rId4" Type="http://schemas.openxmlformats.org/officeDocument/2006/relationships/hyperlink" Target="https://atom.io/packages/language-plantuml" TargetMode="External" /><Relationship Id="rId3" Type="http://schemas.openxmlformats.org/officeDocument/2006/relationships/image" Target="../media/image56.png" /></Relationships>
</file>

<file path=ppt/slides/_rels/slide16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atom.io/packages/language-plantuml" TargetMode="External" /><Relationship Id="rId4" Type="http://schemas.openxmlformats.org/officeDocument/2006/relationships/hyperlink" Target="https://github.com/brim4brim/PlantUML_Notepad-_UDL" TargetMode="External" /><Relationship Id="rId3" Type="http://schemas.openxmlformats.org/officeDocument/2006/relationships/image" Target="../media/image57.png" /></Relationships>
</file>

<file path=ppt/slides/_rels/slide16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brim4brim/PlantUML_Notepad-_UDL" TargetMode="External" /><Relationship Id="rId4" Type="http://schemas.openxmlformats.org/officeDocument/2006/relationships/hyperlink" Target="https://marketplace.visualstudio.com/items?itemName=okazuki.okazukiplantuml" TargetMode="External" /><Relationship Id="rId3" Type="http://schemas.openxmlformats.org/officeDocument/2006/relationships/image" Target="../media/image58.png" /></Relationships>
</file>

<file path=ppt/slides/_rels/slide16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marketplace.visualstudio.com/items?itemName=okazuki.okazukiplantuml" TargetMode="External" /><Relationship Id="rId4" Type="http://schemas.openxmlformats.org/officeDocument/2006/relationships/hyperlink" Target="https://marketplace.visualstudio.com/items?itemName=jebbs.plantuml" TargetMode="External" /><Relationship Id="rId3" Type="http://schemas.openxmlformats.org/officeDocument/2006/relationships/image" Target="../media/image58.png" /></Relationships>
</file>

<file path=ppt/slides/_rels/slide1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marketplace.visualstudio.com/items?itemName=jebbs.plantuml" TargetMode="External" /></Relationships>
</file>

<file path=ppt/slides/_rels/slide170.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marketplace.visualstudio.com/items?itemName=Yog.yog-plantuml-highlight" TargetMode="External" /><Relationship Id="rId2" Type="http://schemas.openxmlformats.org/officeDocument/2006/relationships/image" Target="../media/image58.png" /></Relationships>
</file>

<file path=ppt/slides/_rels/slide17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marketplace.visualstudio.com/items?itemName=Yog.yog-plantuml-highlight" TargetMode="External" /><Relationship Id="rId4" Type="http://schemas.openxmlformats.org/officeDocument/2006/relationships/hyperlink" Target="http://fr.mathworks.com/matlabcentral/fileexchange/59722-m2uml/content/html/m2uml_v11_hyperlinks_tooltips_publish.html" TargetMode="External" /><Relationship Id="rId3" Type="http://schemas.openxmlformats.org/officeDocument/2006/relationships/image" Target="../media/image59.png" /></Relationships>
</file>

<file path=ppt/slides/_rels/slide1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fr.mathworks.com/matlabcentral/fileexchange/59722-m2uml/content/html/m2uml_v11_hyperlinks_tooltips_publish.html" TargetMode="External" /></Relationships>
</file>

<file path=ppt/slides/_rels/slide173.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mikitex70/plantuml-markdown" TargetMode="External" /><Relationship Id="rId2" Type="http://schemas.openxmlformats.org/officeDocument/2006/relationships/image" Target="../media/image60.png" /></Relationships>
</file>

<file path=ppt/slides/_rels/slide17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mikitex70/plantuml-markdown" TargetMode="External" /><Relationship Id="rId4" Type="http://schemas.openxmlformats.org/officeDocument/2006/relationships/hyperlink" Target="https://plantuml.com/jquery" TargetMode="External" /><Relationship Id="rId3" Type="http://schemas.openxmlformats.org/officeDocument/2006/relationships/image" Target="../media/image61.png" /></Relationships>
</file>

<file path=ppt/slides/_rels/slide17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jquery" TargetMode="External" /><Relationship Id="rId4" Type="http://schemas.openxmlformats.org/officeDocument/2006/relationships/hyperlink" Target="https://github.com/haroldiedema/joii-diagram" TargetMode="External" /><Relationship Id="rId3" Type="http://schemas.openxmlformats.org/officeDocument/2006/relationships/image" Target="../media/image62.png" /></Relationships>
</file>

<file path=ppt/slides/_rels/slide17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haroldiedema/joii-diagram" TargetMode="External" /><Relationship Id="rId4" Type="http://schemas.openxmlformats.org/officeDocument/2006/relationships/hyperlink" Target="https://plantuml.com/demophp.php" TargetMode="External" /><Relationship Id="rId3" Type="http://schemas.openxmlformats.org/officeDocument/2006/relationships/image" Target="../media/image63.png" /></Relationships>
</file>

<file path=ppt/slides/_rels/slide17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demophp.php" TargetMode="External" /><Relationship Id="rId4" Type="http://schemas.openxmlformats.org/officeDocument/2006/relationships/hyperlink" Target="https://plantuml.com/api" TargetMode="External" /><Relationship Id="rId3" Type="http://schemas.openxmlformats.org/officeDocument/2006/relationships/image" Target="../media/image64.jpg" /></Relationships>
</file>

<file path=ppt/slides/_rels/slide17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api" TargetMode="External" /><Relationship Id="rId4" Type="http://schemas.openxmlformats.org/officeDocument/2006/relationships/hyperlink" Target="https://github.com/SamuelMarks/python-plantuml" TargetMode="External" /><Relationship Id="rId3" Type="http://schemas.openxmlformats.org/officeDocument/2006/relationships/image" Target="../media/image65.png" /></Relationships>
</file>

<file path=ppt/slides/_rels/slide1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SamuelMarks/python-plantuml" TargetMode="External" /></Relationships>
</file>

<file path=ppt/slides/_rels/slide180.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pythonhosted.org/plantuml/" TargetMode="External" /><Relationship Id="rId2" Type="http://schemas.openxmlformats.org/officeDocument/2006/relationships/image" Target="../media/image65.png" /></Relationships>
</file>

<file path=ppt/slides/_rels/slide18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pythonhosted.org/plantuml/" TargetMode="External" /><Relationship Id="rId4" Type="http://schemas.openxmlformats.org/officeDocument/2006/relationships/hyperlink" Target="http://nbviewer.ipython.org/gist/sberke/bb90ff09193a8888d7f7" TargetMode="External" /><Relationship Id="rId3" Type="http://schemas.openxmlformats.org/officeDocument/2006/relationships/image" Target="../media/image65.png" /></Relationships>
</file>

<file path=ppt/slides/_rels/slide18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nbviewer.ipython.org/gist/sberke/bb90ff09193a8888d7f7" TargetMode="External" /><Relationship Id="rId4" Type="http://schemas.openxmlformats.org/officeDocument/2006/relationships/hyperlink" Target="https://github.com/deadbok/py-puml-tools" TargetMode="External" /><Relationship Id="rId3" Type="http://schemas.openxmlformats.org/officeDocument/2006/relationships/image" Target="../media/image65.png" /></Relationships>
</file>

<file path=ppt/slides/_rels/slide18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deadbok/py-puml-tools" TargetMode="External" /><Relationship Id="rId4" Type="http://schemas.openxmlformats.org/officeDocument/2006/relationships/hyperlink" Target="https://plantuml.com/code-groovy" TargetMode="External" /><Relationship Id="rId3" Type="http://schemas.openxmlformats.org/officeDocument/2006/relationships/image" Target="../media/image66.png" /></Relationships>
</file>

<file path=ppt/slides/_rels/slide18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code-groovy" TargetMode="External" /><Relationship Id="rId4" Type="http://schemas.openxmlformats.org/officeDocument/2006/relationships/hyperlink" Target="https://bitbucket.org/novakmi/plantumlbuilder" TargetMode="External" /><Relationship Id="rId3" Type="http://schemas.openxmlformats.org/officeDocument/2006/relationships/image" Target="../media/image66.png" /></Relationships>
</file>

<file path=ppt/slides/_rels/slide18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bitbucket.org/novakmi/plantumlbuilder" TargetMode="External" /><Relationship Id="rId4" Type="http://schemas.openxmlformats.org/officeDocument/2006/relationships/hyperlink" Target="https://plantuml.com/command-line" TargetMode="External" /><Relationship Id="rId3" Type="http://schemas.openxmlformats.org/officeDocument/2006/relationships/image" Target="../media/image67.jpg" /></Relationships>
</file>

<file path=ppt/slides/_rels/slide18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command-line" TargetMode="External" /></Relationships>
</file>

<file path=ppt/slides/_rels/slide187.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plantuml.com/ant-task" TargetMode="External" /><Relationship Id="rId2" Type="http://schemas.openxmlformats.org/officeDocument/2006/relationships/image" Target="../media/image68.jpg" /></Relationships>
</file>

<file path=ppt/slides/_rels/slide18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ant-task" TargetMode="External" /><Relationship Id="rId4" Type="http://schemas.openxmlformats.org/officeDocument/2006/relationships/hyperlink" Target="http://mvnrepository.com/artifact/com.github.jeluard/maven-plantuml-plugin" TargetMode="External" /><Relationship Id="rId3" Type="http://schemas.openxmlformats.org/officeDocument/2006/relationships/image" Target="../media/image69.png" /></Relationships>
</file>

<file path=ppt/slides/_rels/slide18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mvnrepository.com/artifact/com.github.jeluard/maven-plantuml-plugin" TargetMode="External" /><Relationship Id="rId4" Type="http://schemas.openxmlformats.org/officeDocument/2006/relationships/hyperlink" Target="https://github.com/janvolck/gradle-plantuml-plugin" TargetMode="External" /><Relationship Id="rId3" Type="http://schemas.openxmlformats.org/officeDocument/2006/relationships/image" Target="../media/image70.png" /></Relationships>
</file>

<file path=ppt/slides/_rels/slide19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janvolck/gradle-plantuml-plugin" TargetMode="External" /><Relationship Id="rId4" Type="http://schemas.openxmlformats.org/officeDocument/2006/relationships/hyperlink" Target="https://github.com/rsoesemann/plantuml4force" TargetMode="External" /><Relationship Id="rId3" Type="http://schemas.openxmlformats.org/officeDocument/2006/relationships/image" Target="../media/image71.jpg" /></Relationships>
</file>

<file path=ppt/slides/_rels/slide19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rsoesemann/plantuml4force" TargetMode="External" /><Relationship Id="rId4" Type="http://schemas.openxmlformats.org/officeDocument/2006/relationships/hyperlink" Target="https://github.com/vbauer/lein-plantuml" TargetMode="External" /><Relationship Id="rId3" Type="http://schemas.openxmlformats.org/officeDocument/2006/relationships/image" Target="../media/image72.png" /></Relationships>
</file>

<file path=ppt/slides/_rels/slide19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vbauer/lein-plantuml" TargetMode="External" /><Relationship Id="rId4" Type="http://schemas.openxmlformats.org/officeDocument/2006/relationships/hyperlink" Target="https://github.com/tj64/puml" TargetMode="External" /><Relationship Id="rId3" Type="http://schemas.openxmlformats.org/officeDocument/2006/relationships/image" Target="../media/image73.png" /></Relationships>
</file>

<file path=ppt/slides/_rels/slide19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tj64/puml" TargetMode="External" /><Relationship Id="rId4" Type="http://schemas.openxmlformats.org/officeDocument/2006/relationships/hyperlink" Target="https://github.com/mk-conn/plant2code" TargetMode="External" /><Relationship Id="rId3" Type="http://schemas.openxmlformats.org/officeDocument/2006/relationships/image" Target="../media/image63.png" /></Relationships>
</file>

<file path=ppt/slides/_rels/slide19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mk-conn/plant2code" TargetMode="External" /></Relationships>
</file>

<file path=ppt/slides/_rels/slide195.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chippyash/db-plantuml" TargetMode="External" /><Relationship Id="rId2" Type="http://schemas.openxmlformats.org/officeDocument/2006/relationships/image" Target="../media/image74.png" /></Relationships>
</file>

<file path=ppt/slides/_rels/slide19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chippyash/db-plantuml" TargetMode="External" /><Relationship Id="rId4" Type="http://schemas.openxmlformats.org/officeDocument/2006/relationships/hyperlink" Target="https://artifacthub.io/packages/helm/stevehipwell/plantuml" TargetMode="External" /><Relationship Id="rId3" Type="http://schemas.openxmlformats.org/officeDocument/2006/relationships/image" Target="../media/image75.png" /></Relationships>
</file>

<file path=ppt/slides/_rels/slide19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artifacthub.io/packages/helm/stevehipwell/plantuml" TargetMode="External" /><Relationship Id="rId4" Type="http://schemas.openxmlformats.org/officeDocument/2006/relationships/hyperlink" Target="https://plugins.getnikola.com/v8/plantuml_markdown" TargetMode="External" /><Relationship Id="rId3" Type="http://schemas.openxmlformats.org/officeDocument/2006/relationships/image" Target="../media/image76.png" /></Relationships>
</file>

<file path=ppt/slides/_rels/slide19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ugins.getnikola.com/v8/plantuml_markdown" TargetMode="External" /><Relationship Id="rId4" Type="http://schemas.openxmlformats.org/officeDocument/2006/relationships/hyperlink" Target="https://plugins.getnikola.com/v8/plantuml" TargetMode="External" /><Relationship Id="rId3" Type="http://schemas.openxmlformats.org/officeDocument/2006/relationships/image" Target="../media/image76.png" /></Relationships>
</file>

<file path=ppt/slides/_rels/slide19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ugins.getnikola.com/v8/plantuml" TargetMode="External" /><Relationship Id="rId4" Type="http://schemas.openxmlformats.org/officeDocument/2006/relationships/hyperlink" Target="https://github.com/trilobyte-berlin/jsdoc-plantuml" TargetMode="External" /><Relationship Id="rId3" Type="http://schemas.openxmlformats.org/officeDocument/2006/relationships/image" Target="../media/image77.png" /></Relationships>
</file>

<file path=ppt/slides/_rels/slide20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trilobyte-berlin/jsdoc-plantuml" TargetMode="External" /></Relationships>
</file>

<file path=ppt/slides/_rels/slide201.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nrekretep/pikturr" TargetMode="External" /><Relationship Id="rId2" Type="http://schemas.openxmlformats.org/officeDocument/2006/relationships/image" Target="../media/image78.png" /></Relationships>
</file>

<file path=ppt/slides/_rels/slide20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nrekretep/pikturr" TargetMode="External" /><Relationship Id="rId4" Type="http://schemas.openxmlformats.org/officeDocument/2006/relationships/hyperlink" Target="https://github.com/nlohmann/swagger_to_uml" TargetMode="External" /><Relationship Id="rId3" Type="http://schemas.openxmlformats.org/officeDocument/2006/relationships/image" Target="../media/image78.png" /></Relationships>
</file>

<file path=ppt/slides/_rels/slide20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nlohmann/swagger_to_uml" TargetMode="External" /><Relationship Id="rId4" Type="http://schemas.openxmlformats.org/officeDocument/2006/relationships/hyperlink" Target="https://github.com/kicksolutions/swagger2puml" TargetMode="External" /><Relationship Id="rId3" Type="http://schemas.openxmlformats.org/officeDocument/2006/relationships/image" Target="../media/image78.png" /></Relationships>
</file>

<file path=ppt/slides/_rels/slide20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kicksolutions/swagger2puml" TargetMode="External" /><Relationship Id="rId4" Type="http://schemas.openxmlformats.org/officeDocument/2006/relationships/hyperlink" Target="http://rajendersaini.wordpress.com/2014/01/22/how-to-configure-lyx-to-include-plant-uml-diagrams/" TargetMode="External" /><Relationship Id="rId3" Type="http://schemas.openxmlformats.org/officeDocument/2006/relationships/image" Target="../media/image79.png" /></Relationships>
</file>

<file path=ppt/slides/_rels/slide20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rajendersaini.wordpress.com/2014/01/22/how-to-configure-lyx-to-include-plant-uml-diagrams/" TargetMode="External" /><Relationship Id="rId4" Type="http://schemas.openxmlformats.org/officeDocument/2006/relationships/hyperlink" Target="http://plantuml-depend.sourceforge.net/" TargetMode="External" /><Relationship Id="rId3" Type="http://schemas.openxmlformats.org/officeDocument/2006/relationships/image" Target="../media/image80.png" /></Relationships>
</file>

<file path=ppt/slides/_rels/slide20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plantuml-depend.sourceforge.net/" TargetMode="External" /></Relationships>
</file>

<file path=ppt/slides/_rels/slide207.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maven.apache.org/doxia/references/apt-format.html" TargetMode="External" /><Relationship Id="rId2" Type="http://schemas.openxmlformats.org/officeDocument/2006/relationships/image" Target="../media/image81.png" /></Relationships>
</file>

<file path=ppt/slides/_rels/slide20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maven.apache.org/doxia/references/apt-format.html" TargetMode="External" /><Relationship Id="rId3" Type="http://schemas.openxmlformats.org/officeDocument/2006/relationships/hyperlink" Target="http://maven.apache.org/doxia/references/apt-format.html" TargetMode="External" /><Relationship Id="rId4" Type="http://schemas.openxmlformats.org/officeDocument/2006/relationships/hyperlink" Target="http://maven.apache.org/doxia/references/apt-format.html" TargetMode="External" /><Relationship Id="rId6" Type="http://schemas.openxmlformats.org/officeDocument/2006/relationships/hyperlink" Target="https://plantuml.com/javadoc" TargetMode="External" /><Relationship Id="rId5" Type="http://schemas.openxmlformats.org/officeDocument/2006/relationships/image" Target="../media/image82.jpg" /></Relationships>
</file>

<file path=ppt/slides/_rels/slide20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javadoc" TargetMode="External" /><Relationship Id="rId4" Type="http://schemas.openxmlformats.org/officeDocument/2006/relationships/hyperlink" Target="https://mnlipp.github.io/jdrupes-taglets/plantuml-taglet/javadoc/overview-summary.html" TargetMode="External" /><Relationship Id="rId3" Type="http://schemas.openxmlformats.org/officeDocument/2006/relationships/image" Target="../media/image82.jpg" /></Relationships>
</file>

<file path=ppt/slides/_rels/slide2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mnlipp.github.io/jdrupes-taglets/plantuml-taglet/javadoc/overview-summary.html" TargetMode="External" /><Relationship Id="rId4" Type="http://schemas.openxmlformats.org/officeDocument/2006/relationships/hyperlink" Target="https://plantuml.com/doxygen" TargetMode="External" /><Relationship Id="rId3" Type="http://schemas.openxmlformats.org/officeDocument/2006/relationships/image" Target="../media/image83.jpg" /></Relationships>
</file>

<file path=ppt/slides/_rels/slide2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doxygen" TargetMode="External" /><Relationship Id="rId4" Type="http://schemas.openxmlformats.org/officeDocument/2006/relationships/hyperlink" Target="https://plantuml.com/docutils" TargetMode="External" /><Relationship Id="rId3" Type="http://schemas.openxmlformats.org/officeDocument/2006/relationships/image" Target="../media/image84.png" /></Relationships>
</file>

<file path=ppt/slides/_rels/slide2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docutils" TargetMode="External" /><Relationship Id="rId4" Type="http://schemas.openxmlformats.org/officeDocument/2006/relationships/hyperlink" Target="https://github.com/stasberkov/asciidoc-plantuml" TargetMode="External" /><Relationship Id="rId3" Type="http://schemas.openxmlformats.org/officeDocument/2006/relationships/image" Target="../media/image85.png" /></Relationships>
</file>

<file path=ppt/slides/_rels/slide2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code.google.com/p/asciidoc-plantuml/wiki/Usage" TargetMode="External" /></Relationships>
</file>

<file path=ppt/slides/_rels/slide214.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asciidoctor.org/news/2014/02/18/plain-text-diagrams-in-asciidoctor" TargetMode="External" /><Relationship Id="rId2" Type="http://schemas.openxmlformats.org/officeDocument/2006/relationships/image" Target="../media/image86.png" /></Relationships>
</file>

<file path=ppt/slides/_rels/slide2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asciidoctor.org/news/2014/02/18/plain-text-diagrams-in-asciidoctor/" TargetMode="External" /><Relationship Id="rId4" Type="http://schemas.openxmlformats.org/officeDocument/2006/relationships/hyperlink" Target="https://github.com/talsma-ict/umldoclet" TargetMode="External" /><Relationship Id="rId3" Type="http://schemas.openxmlformats.org/officeDocument/2006/relationships/image" Target="../media/image87.jpg" /></Relationships>
</file>

<file path=ppt/slides/_rels/slide2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talsma-ict/umldoclet" TargetMode="External" /><Relationship Id="rId4" Type="http://schemas.openxmlformats.org/officeDocument/2006/relationships/hyperlink" Target="https://github.com/Abnaxos/pegdown-doclet" TargetMode="External" /><Relationship Id="rId3" Type="http://schemas.openxmlformats.org/officeDocument/2006/relationships/image" Target="../media/image87.jpg" /></Relationships>
</file>

<file path=ppt/slides/_rels/slide2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Abnaxos/pegdown-doclet" TargetMode="External" /><Relationship Id="rId4" Type="http://schemas.openxmlformats.org/officeDocument/2006/relationships/hyperlink" Target="https://github.com/gboersma/uml-java-doclet" TargetMode="External" /><Relationship Id="rId3" Type="http://schemas.openxmlformats.org/officeDocument/2006/relationships/image" Target="../media/image87.jpg" /></Relationships>
</file>

<file path=ppt/slides/_rels/slide2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gboersma/uml-java-doclet" TargetMode="External" /><Relationship Id="rId4" Type="http://schemas.openxmlformats.org/officeDocument/2006/relationships/hyperlink" Target="http://nplant.org/" TargetMode="External" /><Relationship Id="rId3" Type="http://schemas.openxmlformats.org/officeDocument/2006/relationships/image" Target="../media/image88.png" /></Relationships>
</file>

<file path=ppt/slides/_rels/slide2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nplant.org/" TargetMode="External" /></Relationships>
</file>

<file path=ppt/slides/_rels/slide220.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pnerg/sbt-scaladoc-settings-plugin" TargetMode="External" /><Relationship Id="rId2" Type="http://schemas.openxmlformats.org/officeDocument/2006/relationships/image" Target="../media/image89.png" /></Relationships>
</file>

<file path=ppt/slides/_rels/slide2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pnerg/sbt-scaladoc-settings-plugin" TargetMode="External" /><Relationship Id="rId4" Type="http://schemas.openxmlformats.org/officeDocument/2006/relationships/hyperlink" Target="http://pypi.python.org/pypi/sphinxcontrib-plantuml" TargetMode="External" /><Relationship Id="rId3" Type="http://schemas.openxmlformats.org/officeDocument/2006/relationships/image" Target="../media/image90.png" /></Relationships>
</file>

<file path=ppt/slides/_rels/slide2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pypi.python.org/pypi/sphinxcontrib-plantuml" TargetMode="External" /><Relationship Id="rId4" Type="http://schemas.openxmlformats.org/officeDocument/2006/relationships/hyperlink" Target="http://pypi.python.org/pypi/sadisplay" TargetMode="External" /><Relationship Id="rId3" Type="http://schemas.openxmlformats.org/officeDocument/2006/relationships/image" Target="../media/image74.png" /></Relationships>
</file>

<file path=ppt/slides/_rels/slide2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pypi.python.org/pypi/sadisplay" TargetMode="External" /><Relationship Id="rId3" Type="http://schemas.openxmlformats.org/officeDocument/2006/relationships/hyperlink" Target="http://pypi.python.org/pypi/sadisplay" TargetMode="External" /><Relationship Id="rId4" Type="http://schemas.openxmlformats.org/officeDocument/2006/relationships/hyperlink" Target="http://pypi.python.org/pypi/sadisplay" TargetMode="External" /><Relationship Id="rId6" Type="http://schemas.openxmlformats.org/officeDocument/2006/relationships/hyperlink" Target="https://github.com/tysenmoore-xse/LDoc" TargetMode="External" /><Relationship Id="rId5" Type="http://schemas.openxmlformats.org/officeDocument/2006/relationships/image" Target="../media/image91.png" /></Relationships>
</file>

<file path=ppt/slides/_rels/slide2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tysenmoore-xse/LDoc" TargetMode="External" /><Relationship Id="rId4" Type="http://schemas.openxmlformats.org/officeDocument/2006/relationships/hyperlink" Target="https://github.com/david-w-millar/grails-plantuml-plugin" TargetMode="External" /><Relationship Id="rId3" Type="http://schemas.openxmlformats.org/officeDocument/2006/relationships/image" Target="../media/image92.png" /></Relationships>
</file>

<file path=ppt/slides/_rels/slide2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david-w-millar/grails-plantuml-plugin" TargetMode="External" /><Relationship Id="rId4" Type="http://schemas.openxmlformats.org/officeDocument/2006/relationships/hyperlink" Target="https://github.com/davidfuhr/php-plantumlwriter" TargetMode="External" /><Relationship Id="rId3" Type="http://schemas.openxmlformats.org/officeDocument/2006/relationships/image" Target="../media/image63.png" /></Relationships>
</file>

<file path=ppt/slides/_rels/slide2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davidfuhr/php-plantumlwriter" TargetMode="External" /></Relationships>
</file>

<file path=ppt/slides/_rels/slide227.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woudshoo/cl-robodoc" TargetMode="External" /><Relationship Id="rId2" Type="http://schemas.openxmlformats.org/officeDocument/2006/relationships/image" Target="../media/image93.png" /></Relationships>
</file>

<file path=ppt/slides/_rels/slide2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woudshoo/cl-robodoc" TargetMode="External" /><Relationship Id="rId4" Type="http://schemas.openxmlformats.org/officeDocument/2006/relationships/hyperlink" Target="https://github.com/jgm/pandocfilters" TargetMode="External" /><Relationship Id="rId3" Type="http://schemas.openxmlformats.org/officeDocument/2006/relationships/image" Target="../media/image94.png" /></Relationships>
</file>

<file path=ppt/slides/_rels/slide2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jgm/pandocfilters" TargetMode="External" /><Relationship Id="rId4" Type="http://schemas.openxmlformats.org/officeDocument/2006/relationships/hyperlink" Target="https://github.com/Banno/sbt-plantuml-plugin" TargetMode="External" /><Relationship Id="rId3" Type="http://schemas.openxmlformats.org/officeDocument/2006/relationships/image" Target="../media/image95.png" /></Relationships>
</file>

<file path=ppt/slides/_rels/slide23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Banno/sbt-plantuml-plugin" TargetMode="External" /><Relationship Id="rId4" Type="http://schemas.openxmlformats.org/officeDocument/2006/relationships/hyperlink" Target="https://www.npmjs.com/package/gulp-puml" TargetMode="External" /><Relationship Id="rId3" Type="http://schemas.openxmlformats.org/officeDocument/2006/relationships/image" Target="../media/image96.png" /></Relationships>
</file>

<file path=ppt/slides/_rels/slide23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www.npmjs.com/package/gulp-puml" TargetMode="External" /><Relationship Id="rId4" Type="http://schemas.openxmlformats.org/officeDocument/2006/relationships/hyperlink" Target="https://www.npmjs.com/package/esf-puml" TargetMode="External" /><Relationship Id="rId3" Type="http://schemas.openxmlformats.org/officeDocument/2006/relationships/image" Target="../media/image97.png" /></Relationships>
</file>

<file path=ppt/slides/_rels/slide23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www.npmjs.com/package/esf-puml" TargetMode="External" /><Relationship Id="rId4" Type="http://schemas.openxmlformats.org/officeDocument/2006/relationships/hyperlink" Target="https://www.npmjs.com/package/node-plantuml" TargetMode="External" /><Relationship Id="rId3" Type="http://schemas.openxmlformats.org/officeDocument/2006/relationships/image" Target="../media/image97.png" /></Relationships>
</file>

<file path=ppt/slides/_rels/slide2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npmjs.com/package/node-plantuml" TargetMode="External" /></Relationships>
</file>

<file path=ppt/slides/_rels/slide234.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www.npmjs.com/package/typedoc-plantuml" TargetMode="External" /><Relationship Id="rId2" Type="http://schemas.openxmlformats.org/officeDocument/2006/relationships/image" Target="../media/image98.png" /></Relationships>
</file>

<file path=ppt/slides/_rels/slide23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www.npmjs.com/package/typedoc-plantuml" TargetMode="External" /><Relationship Id="rId4" Type="http://schemas.openxmlformats.org/officeDocument/2006/relationships/hyperlink" Target="https://github.com/juanmf/Java2PlantUML" TargetMode="External" /><Relationship Id="rId3" Type="http://schemas.openxmlformats.org/officeDocument/2006/relationships/image" Target="../media/image87.jpg" /></Relationships>
</file>

<file path=ppt/slides/_rels/slide23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juanmf/Java2PlantUML" TargetMode="External" /><Relationship Id="rId4" Type="http://schemas.openxmlformats.org/officeDocument/2006/relationships/hyperlink" Target="https://github.com/Alfresco/alfresco-anaxes-chartmap" TargetMode="External" /><Relationship Id="rId3" Type="http://schemas.openxmlformats.org/officeDocument/2006/relationships/image" Target="../media/image75.png" /></Relationships>
</file>

<file path=ppt/slides/_rels/slide2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Alfresco/alfresco-anaxes-chartmap" TargetMode="External" /></Relationships>
</file>

<file path=ppt/slides/_rels/slide238.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sites.google.com/site/plantumlgizmo/home" TargetMode="External" /><Relationship Id="rId2" Type="http://schemas.openxmlformats.org/officeDocument/2006/relationships/image" Target="../media/image99.png" /></Relationships>
</file>

<file path=ppt/slides/_rels/slide23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sites.google.com/site/plantumlgizmo/home" TargetMode="External" /><Relationship Id="rId4" Type="http://schemas.openxmlformats.org/officeDocument/2006/relationships/hyperlink" Target="http://www.plantuml.com/plantuml" TargetMode="External" /><Relationship Id="rId3" Type="http://schemas.openxmlformats.org/officeDocument/2006/relationships/image" Target="../media/image100.jpg" /></Relationships>
</file>

<file path=ppt/slides/_rels/slide24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www.plantuml.com/plantuml" TargetMode="External" /><Relationship Id="rId3" Type="http://schemas.openxmlformats.org/officeDocument/2006/relationships/hyperlink" Target="https://plantuml.com/server" TargetMode="External" /><Relationship Id="rId5" Type="http://schemas.openxmlformats.org/officeDocument/2006/relationships/hyperlink" Target="http://www.codeuml.com/" TargetMode="External" /><Relationship Id="rId4" Type="http://schemas.openxmlformats.org/officeDocument/2006/relationships/image" Target="../media/image101.jpg" /></Relationships>
</file>

<file path=ppt/slides/_rels/slide24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www.codeuml.com/" TargetMode="External" /><Relationship Id="rId4" Type="http://schemas.openxmlformats.org/officeDocument/2006/relationships/hyperlink" Target="http://www.planttext.com/" TargetMode="External" /><Relationship Id="rId3" Type="http://schemas.openxmlformats.org/officeDocument/2006/relationships/image" Target="../media/image102.png" /></Relationships>
</file>

<file path=ppt/slides/_rels/slide2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planttext.com/" TargetMode="External" /></Relationships>
</file>

<file path=ppt/slides/_rels/slide243.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eeduml.com/" TargetMode="External" /><Relationship Id="rId2" Type="http://schemas.openxmlformats.org/officeDocument/2006/relationships/image" Target="../media/image103.png" /></Relationships>
</file>

<file path=ppt/slides/_rels/slide24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eeduml.com/" TargetMode="External" /><Relationship Id="rId4" Type="http://schemas.openxmlformats.org/officeDocument/2006/relationships/hyperlink" Target="http://andresmrm.github.io/EtherPlant/src/etherplant.html" TargetMode="External" /><Relationship Id="rId3" Type="http://schemas.openxmlformats.org/officeDocument/2006/relationships/image" Target="../media/image104.png" /></Relationships>
</file>

<file path=ppt/slides/_rels/slide2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andresmrm.github.io/EtherPlant/src/etherplant.html" TargetMode="External" /><Relationship Id="rId4" Type="http://schemas.openxmlformats.org/officeDocument/2006/relationships/hyperlink" Target="http://sujoyu.github.io/plantuml-previewer/" TargetMode="External" /><Relationship Id="rId3" Type="http://schemas.openxmlformats.org/officeDocument/2006/relationships/image" Target="../media/image67.jpg" /></Relationships>
</file>

<file path=ppt/slides/_rels/slide24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ujoyu.github.io/plantuml-previewer/" TargetMode="External" /><Relationship Id="rId4" Type="http://schemas.openxmlformats.org/officeDocument/2006/relationships/hyperlink" Target="http://www.texwriting.com/uml/new" TargetMode="External" /><Relationship Id="rId3" Type="http://schemas.openxmlformats.org/officeDocument/2006/relationships/image" Target="../media/image105.png" /></Relationships>
</file>

<file path=ppt/slides/_rels/slide2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texwriting.com/uml/new" TargetMode="External" /></Relationships>
</file>

<file path=ppt/slides/_rels/slide248.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www.npmjs.com/package/water-plant-uml" TargetMode="External" /><Relationship Id="rId2" Type="http://schemas.openxmlformats.org/officeDocument/2006/relationships/image" Target="../media/image106.png" /></Relationships>
</file>

<file path=ppt/slides/_rels/slide24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www.npmjs.com/package/water-plant-uml" TargetMode="External" /><Relationship Id="rId4" Type="http://schemas.openxmlformats.org/officeDocument/2006/relationships/hyperlink" Target="https://github.com/kmierzeje/plantuml-powerpoint-addin" TargetMode="External" /><Relationship Id="rId3" Type="http://schemas.openxmlformats.org/officeDocument/2006/relationships/image" Target="../media/image107.png" /></Relationships>
</file>

<file path=ppt/slides/_rels/slide25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kmierzeje/plantuml-powerpoint-addin" TargetMode="External" /><Relationship Id="rId4" Type="http://schemas.openxmlformats.org/officeDocument/2006/relationships/hyperlink" Target="https://github.com/WillBooster/plantuml-visualizer" TargetMode="External" /><Relationship Id="rId3" Type="http://schemas.openxmlformats.org/officeDocument/2006/relationships/image" Target="../media/image108.png" /></Relationships>
</file>

<file path=ppt/slides/_rels/slide25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WillBooster/plantuml-visualizer" TargetMode="External" /><Relationship Id="rId4" Type="http://schemas.openxmlformats.org/officeDocument/2006/relationships/hyperlink" Target="https://hub.docker.com/r/plantuml/plantuml-server" TargetMode="External" /><Relationship Id="rId3" Type="http://schemas.openxmlformats.org/officeDocument/2006/relationships/image" Target="../media/image109.png" /></Relationships>
</file>

<file path=ppt/slides/_rels/slide2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hub.docker.com/r/plantuml/plantuml-server" TargetMode="External" /><Relationship Id="rId4" Type="http://schemas.openxmlformats.org/officeDocument/2006/relationships/hyperlink" Target="https://gitlab.com/gitlab-org/gitlab-ce/blob/master/doc/administration/integration/plantuml.md" TargetMode="External" /><Relationship Id="rId3" Type="http://schemas.openxmlformats.org/officeDocument/2006/relationships/image" Target="../media/image110.png" /></Relationships>
</file>

<file path=ppt/slides/_rels/slide25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lab.com/gitlab-org/gitlab-ce/blob/master/doc/administration/integration/plantuml.md" TargetMode="External" /><Relationship Id="rId4" Type="http://schemas.openxmlformats.org/officeDocument/2006/relationships/hyperlink" Target="https://github.com/linux-china/plantuml-gist" TargetMode="External" /><Relationship Id="rId3" Type="http://schemas.openxmlformats.org/officeDocument/2006/relationships/image" Target="../media/image21.png" /></Relationships>
</file>

<file path=ppt/slides/_rels/slide2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linux-china/plantuml-gist" TargetMode="External" /></Relationships>
</file>

<file path=ppt/slides/_rels/slide255.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nus/gitbucket-plantuml-plugin" TargetMode="External" /><Relationship Id="rId2" Type="http://schemas.openxmlformats.org/officeDocument/2006/relationships/image" Target="../media/image21.png" /></Relationships>
</file>

<file path=ppt/slides/_rels/slide25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nus/gitbucket-plantuml-plugin" TargetMode="External" /><Relationship Id="rId4" Type="http://schemas.openxmlformats.org/officeDocument/2006/relationships/hyperlink" Target="http://scn.sap.com/community/abap/blog/2013/08/21/auto-generating-uml-diagrams-from-abap-code" TargetMode="External" /><Relationship Id="rId3" Type="http://schemas.openxmlformats.org/officeDocument/2006/relationships/image" Target="../media/image111.png" /></Relationships>
</file>

<file path=ppt/slides/_rels/slide25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cn.sap.com/community/abap/blog/2013/08/21/auto-generating-uml-diagrams-from-abap-code" TargetMode="External" /><Relationship Id="rId4" Type="http://schemas.openxmlformats.org/officeDocument/2006/relationships/hyperlink" Target="http://eldemcan.github.io/Puse/" TargetMode="External" /><Relationship Id="rId3" Type="http://schemas.openxmlformats.org/officeDocument/2006/relationships/image" Target="../media/image112.png" /></Relationships>
</file>

<file path=ppt/slides/_rels/slide25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eldemcan.github.io/Puse/" TargetMode="External" /><Relationship Id="rId4" Type="http://schemas.openxmlformats.org/officeDocument/2006/relationships/hyperlink" Target="https://chrome.google.com/webstore/detail/plantuml-viewer/legbfeljfbjgfifnkmpoajgpgejojooj" TargetMode="External" /><Relationship Id="rId3" Type="http://schemas.openxmlformats.org/officeDocument/2006/relationships/image" Target="../media/image108.png" /></Relationships>
</file>

<file path=ppt/slides/_rels/slide25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chrome.google.com/webstore/detail/plantuml-viewer/legbfeljfbjgfifnkmpoajgpgejojooj" TargetMode="External" /><Relationship Id="rId4" Type="http://schemas.openxmlformats.org/officeDocument/2006/relationships/hyperlink" Target="http://renderist.herokuapp.com/" TargetMode="External" /><Relationship Id="rId3" Type="http://schemas.openxmlformats.org/officeDocument/2006/relationships/image" Target="../media/image113.png" /></Relationships>
</file>

<file path=ppt/slides/_rels/slide26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renderist.herokuapp.com/" TargetMode="External" /><Relationship Id="rId4" Type="http://schemas.openxmlformats.org/officeDocument/2006/relationships/hyperlink" Target="https://sourceforge.net/projects/plantumlqeditor" TargetMode="External" /><Relationship Id="rId3" Type="http://schemas.openxmlformats.org/officeDocument/2006/relationships/image" Target="../media/image114.jpg" /></Relationships>
</file>

<file path=ppt/slides/_rels/slide2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sourceforge.net/projects/plantumlqeditor" TargetMode="External" /></Relationships>
</file>

<file path=ppt/slides/_rels/slide262.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www.youtube.com/watch?v=f9MvEiCgM3Q" TargetMode="External" /><Relationship Id="rId2" Type="http://schemas.openxmlformats.org/officeDocument/2006/relationships/image" Target="../media/image115.png" /></Relationships>
</file>

<file path=ppt/slides/_rels/slide26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www.youtube.com/watch?v=f9MvEiCgM3Q" TargetMode="External" /><Relationship Id="rId4" Type="http://schemas.openxmlformats.org/officeDocument/2006/relationships/hyperlink" Target="https://plantuml.com/gui" TargetMode="External" /><Relationship Id="rId3" Type="http://schemas.openxmlformats.org/officeDocument/2006/relationships/image" Target="../media/image116.jpg" /></Relationships>
</file>

<file path=ppt/slides/_rels/slide26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gui" TargetMode="External" /><Relationship Id="rId4" Type="http://schemas.openxmlformats.org/officeDocument/2006/relationships/hyperlink" Target="http://code.google.com/p/plantumleditor/" TargetMode="External" /><Relationship Id="rId3" Type="http://schemas.openxmlformats.org/officeDocument/2006/relationships/image" Target="../media/image101.jpg" /></Relationships>
</file>

<file path=ppt/slides/_rels/slide26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code.google.com/p/plantumleditor/" TargetMode="External" /><Relationship Id="rId4" Type="http://schemas.openxmlformats.org/officeDocument/2006/relationships/hyperlink" Target="https://plantuml.com/server" TargetMode="External" /><Relationship Id="rId3" Type="http://schemas.openxmlformats.org/officeDocument/2006/relationships/image" Target="../media/image100.jpg" /></Relationships>
</file>

<file path=ppt/slides/_rels/slide26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server" TargetMode="External" /><Relationship Id="rId4" Type="http://schemas.openxmlformats.org/officeDocument/2006/relationships/hyperlink" Target="https://github.com/mete0r/textcube-plantuml" TargetMode="External" /><Relationship Id="rId3" Type="http://schemas.openxmlformats.org/officeDocument/2006/relationships/image" Target="../media/image117.png" /></Relationships>
</file>

<file path=ppt/slides/_rels/slide26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mete0r/textcube-plantuml" TargetMode="External" /><Relationship Id="rId4" Type="http://schemas.openxmlformats.org/officeDocument/2006/relationships/hyperlink" Target="http://www.gravizo.com/" TargetMode="External" /><Relationship Id="rId3" Type="http://schemas.openxmlformats.org/officeDocument/2006/relationships/image" Target="../media/image118.png" /></Relationships>
</file>

<file path=ppt/slides/_rels/slide2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gravizo.com/" TargetMode="External" /></Relationships>
</file>

<file path=ppt/slides/_rels/slide2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 TargetMode="External" /></Relationships>
</file>

<file path=ppt/slides/_rels/slide2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doxygen.nl/manual/config.html#cfg_plantuml_jar_path" TargetMode="External" /></Relationships>
</file>

<file path=ppt/slides/_rels/slide2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doxygen.nl/manual/commands.html#image_sizeindicator" TargetMode="External" /></Relationships>
</file>

<file path=ppt/slides/_rels/slide2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doxygen.nl/manual/config.html#cfg_dot_cleanup" TargetMode="External" /></Relationships>
</file>

<file path=ppt/slides/_rels/slide2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ntnu.edu/employees/hal" TargetMode="External" /><Relationship Id="rId3" Type="http://schemas.openxmlformats.org/officeDocument/2006/relationships/hyperlink" Target="https://github.com/hallvard/plantuml" TargetMode="External" /></Relationships>
</file>

<file path=ppt/slides/_rels/slide28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9.png" /></Relationships>
</file>

<file path=ppt/slides/_rels/slide28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0.png" /></Relationships>
</file>

<file path=ppt/slides/_rels/slide28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1.png" /></Relationships>
</file>

<file path=ppt/slides/_rels/slide28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graphviz-dot" TargetMode="External" /><Relationship Id="rId3" Type="http://schemas.openxmlformats.org/officeDocument/2006/relationships/image" Target="../media/image122.png" /></Relationships>
</file>

<file path=ppt/slides/_rels/slide2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3.png" /></Relationships>
</file>

<file path=ppt/slides/_rels/slide29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hallvard/plantuml/tree/master/net.sourceforge.plantuml.xcore" TargetMode="External" /></Relationships>
</file>

<file path=ppt/slides/_rels/slide2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 TargetMode="External" /><Relationship Id="rId3" Type="http://schemas.openxmlformats.org/officeDocument/2006/relationships/hyperlink" Target="https://en.wikipedia.org/wiki/PlantUML" TargetMode="External" /><Relationship Id="rId4" Type="http://schemas.openxmlformats.org/officeDocument/2006/relationships/hyperlink" Target="https://github.com/plantuml" TargetMode="External" /><Relationship Id="rId5" Type="http://schemas.openxmlformats.org/officeDocument/2006/relationships/hyperlink" Target="https://www.plantuml.com/plantuml/uml/SyfFKj2rKt3CoKnELR1Io4ZDoSa70000" TargetMode="External" /></Relationships>
</file>

<file path=ppt/slides/_rels/slide3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CEN206 Object-Oriented Programming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PlantUML</a:t>
            </a:r>
            <a:br/>
            <a:br/>
            <a:r>
              <a:rPr/>
              <a:t>Author: Asst. Prof. Dr. Ugur CORUH</a:t>
            </a:r>
          </a:p>
        </p:txBody>
      </p:sp>
      <p:sp>
        <p:nvSpPr>
          <p:cNvPr id="4" name="Date Placeholder 3"/>
          <p:cNvSpPr>
            <a:spLocks noGrp="1"/>
          </p:cNvSpPr>
          <p:nvPr>
            <p:ph idx="10" sz="half" type="dt"/>
          </p:nvPr>
        </p:nvSpPr>
        <p:spPr/>
        <p:txBody>
          <a:bodyPr/>
          <a:lstStyle/>
          <a:p>
            <a:pPr lvl="0" indent="0" marL="0">
              <a:buNone/>
            </a:pPr>
            <a:r>
              <a:rPr/>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CEN206 Object-Oriented Programming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Week-5 (PlantUML)</a:t>
            </a:r>
          </a:p>
        </p:txBody>
      </p:sp>
      <p:sp>
        <p:nvSpPr>
          <p:cNvPr id="3" name="Content Placeholder 2"/>
          <p:cNvSpPr>
            <a:spLocks noGrp="1"/>
          </p:cNvSpPr>
          <p:nvPr>
            <p:ph idx="1"/>
          </p:nvPr>
        </p:nvSpPr>
        <p:spPr/>
        <p:txBody>
          <a:bodyPr/>
          <a:lstStyle/>
          <a:p>
            <a:pPr lvl="0" indent="0" marL="0">
              <a:spcBef>
                <a:spcPts val="3000"/>
              </a:spcBef>
              <a:buNone/>
            </a:pPr>
            <a:r>
              <a:rPr b="1"/>
              <a:t>Spring Semester, 2025-2026</a:t>
            </a:r>
          </a:p>
          <a:p>
            <a:pPr lvl="0" indent="0" marL="0">
              <a:buNone/>
            </a:pPr>
            <a:r>
              <a:rPr/>
              <a:t>Download </a:t>
            </a:r>
            <a:r>
              <a:rPr>
                <a:hlinkClick r:id="rId2"/>
              </a:rPr>
              <a:t>DOC-PDF</a:t>
            </a:r>
            <a:r>
              <a:rPr/>
              <a:t>, </a:t>
            </a:r>
            <a:r>
              <a:rPr>
                <a:hlinkClick r:id="rId3"/>
              </a:rPr>
              <a:t>DOC-DOCX</a:t>
            </a:r>
            <a:r>
              <a:rPr/>
              <a:t>, </a:t>
            </a:r>
            <a:r>
              <a:rPr>
                <a:hlinkClick r:id="rId4"/>
              </a:rPr>
              <a:t>SLIDE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A: PlantUML Introduction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PlantUML: What is it?</a:t>
            </a:r>
          </a:p>
          <a:p>
            <a:pPr lvl="0"/>
            <a:r>
              <a:rPr/>
              <a:t>PlantUML: When do you need it?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What is it?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What is it?</a:t>
            </a:r>
          </a:p>
        </p:txBody>
      </p:sp>
      <p:sp>
        <p:nvSpPr>
          <p:cNvPr id="3" name="Content Placeholder 2"/>
          <p:cNvSpPr>
            <a:spLocks noGrp="1"/>
          </p:cNvSpPr>
          <p:nvPr>
            <p:ph idx="1"/>
          </p:nvPr>
        </p:nvSpPr>
        <p:spPr/>
        <p:txBody>
          <a:bodyPr/>
          <a:lstStyle/>
          <a:p>
            <a:pPr lvl="0"/>
            <a:r>
              <a:rPr/>
              <a:t>PlantUML is an open-source tool allowing users to create diagrams from a plain text language, based on </a:t>
            </a:r>
            <a:r>
              <a:rPr>
                <a:hlinkClick r:id="rId2"/>
              </a:rPr>
              <a:t>UML</a:t>
            </a:r>
          </a:p>
          <a:p>
            <a:pPr lvl="0"/>
            <a:r>
              <a:rPr/>
              <a:t>22 April, 2009: First public release.</a:t>
            </a:r>
          </a:p>
          <a:p>
            <a:pPr lvl="0"/>
            <a:r>
              <a:rPr/>
              <a:t>Webpage </a:t>
            </a:r>
            <a:r>
              <a:rPr>
                <a:hlinkClick r:id="rId3"/>
              </a:rPr>
              <a:t>PlantUML</a:t>
            </a:r>
          </a:p>
          <a:p>
            <a:pPr lvl="0"/>
            <a:r>
              <a:rPr/>
              <a:t>Wiki </a:t>
            </a:r>
            <a:r>
              <a:rPr>
                <a:hlinkClick r:id="rId4"/>
              </a:rPr>
              <a:t>PlantUML</a:t>
            </a:r>
          </a:p>
          <a:p>
            <a:pPr lvl="0"/>
            <a:r>
              <a:rPr/>
              <a:t>Github </a:t>
            </a:r>
            <a:r>
              <a:rPr>
                <a:hlinkClick r:id="rId5"/>
              </a:rPr>
              <a:t>PlantUML</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What is it?</a:t>
            </a:r>
          </a:p>
        </p:txBody>
      </p:sp>
      <p:sp>
        <p:nvSpPr>
          <p:cNvPr id="3" name="Content Placeholder 2"/>
          <p:cNvSpPr>
            <a:spLocks noGrp="1"/>
          </p:cNvSpPr>
          <p:nvPr>
            <p:ph idx="1"/>
          </p:nvPr>
        </p:nvSpPr>
        <p:spPr/>
        <p:txBody>
          <a:bodyPr/>
          <a:lstStyle/>
          <a:p>
            <a:pPr lvl="0"/>
            <a:r>
              <a:rPr/>
              <a:t>Besides various UML diagrams, PlantUML has support for various other software development related formats such as</a:t>
            </a:r>
          </a:p>
          <a:p>
            <a:pPr lvl="1"/>
            <a:r>
              <a:rPr/>
              <a:t>Archimate,</a:t>
            </a:r>
          </a:p>
          <a:p>
            <a:pPr lvl="1"/>
            <a:r>
              <a:rPr/>
              <a:t>Block diagram,</a:t>
            </a:r>
          </a:p>
          <a:p>
            <a:pPr lvl="1"/>
            <a:r>
              <a:rPr/>
              <a:t>BPMN,</a:t>
            </a:r>
          </a:p>
          <a:p>
            <a:pPr lvl="1"/>
            <a:r>
              <a:rPr/>
              <a:t>C4,</a:t>
            </a:r>
          </a:p>
          <a:p>
            <a:pPr lvl="1"/>
            <a:r>
              <a:rPr/>
              <a:t>Computer network diagram,</a:t>
            </a:r>
          </a:p>
          <a:p>
            <a:pPr lvl="1"/>
            <a:r>
              <a:rPr/>
              <a:t>ERD,</a:t>
            </a:r>
          </a:p>
          <a:p>
            <a:pPr lvl="1"/>
            <a:r>
              <a:rPr/>
              <a:t>Gantt chart,</a:t>
            </a:r>
          </a:p>
          <a:p>
            <a:pPr lvl="1"/>
            <a:r>
              <a:rPr/>
              <a:t>Mind map,</a:t>
            </a:r>
          </a:p>
          <a:p>
            <a:pPr lvl="1"/>
            <a:r>
              <a:rPr/>
              <a:t>and WBD,</a:t>
            </a:r>
          </a:p>
          <a:p>
            <a:pPr lvl="1"/>
            <a:r>
              <a:rPr/>
              <a:t>as well as visualisation of JSON and YAML files.</a:t>
            </a:r>
          </a:p>
          <a:p>
            <a:pPr lvl="1" indent="0" marL="342900">
              <a:buNone/>
            </a:pPr>
            <a:r>
              <a:rPr i="1"/>
              <a:t>Details in Next Slides…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What is it?</a:t>
            </a:r>
          </a:p>
        </p:txBody>
      </p:sp>
      <p:sp>
        <p:nvSpPr>
          <p:cNvPr id="4" name="Text Placeholder 3"/>
          <p:cNvSpPr>
            <a:spLocks noGrp="1"/>
          </p:cNvSpPr>
          <p:nvPr>
            <p:ph idx="2" sz="half" type="body"/>
          </p:nvPr>
        </p:nvSpPr>
        <p:spPr/>
        <p:txBody>
          <a:bodyPr/>
          <a:lstStyle/>
          <a:p>
            <a:pPr lvl="0" indent="0">
              <a:buNone/>
            </a:pPr>
            <a:r>
              <a:rPr>
                <a:latin typeface="Courier"/>
              </a:rPr>
              <a:t>@startuml
Bob-&gt;Alice : Hello!
@enduml</a:t>
            </a:r>
          </a:p>
        </p:txBody>
      </p:sp>
      <p:pic>
        <p:nvPicPr>
          <p:cNvPr descr="https://www.plantuml.com/plantuml/svg/SoWkIImgAStDuNBAJrBGjLDmpCbCJbMmKiX8pSd9vt98pKi1IW80"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 h:300px</a:t>
            </a:r>
          </a:p>
        </p:txBody>
      </p:sp>
      <p:sp>
        <p:nvSpPr>
          <p:cNvPr id="3" name="Content Placeholder 2"/>
          <p:cNvSpPr>
            <a:spLocks noGrp="1"/>
          </p:cNvSpPr>
          <p:nvPr>
            <p:ph idx="1"/>
          </p:nvPr>
        </p:nvSpPr>
        <p:spPr/>
        <p:txBody>
          <a:bodyPr/>
          <a:lstStyle/>
          <a:p>
            <a:pPr lvl="0" indent="0" marL="0">
              <a:buNone/>
            </a:pPr>
            <a:r>
              <a:rPr/>
              <a:t>Demo Link</a:t>
            </a:r>
          </a:p>
          <a:p>
            <a:pPr lvl="0" indent="0" marL="0">
              <a:buNone/>
            </a:pPr>
            <a:r>
              <a:rPr>
                <a:hlinkClick r:id="rId3"/>
              </a:rPr>
              <a:t>PlantUML Web Server</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What is it?</a:t>
            </a:r>
          </a:p>
        </p:txBody>
      </p:sp>
      <p:sp>
        <p:nvSpPr>
          <p:cNvPr id="4" name="Text Placeholder 3"/>
          <p:cNvSpPr>
            <a:spLocks noGrp="1"/>
          </p:cNvSpPr>
          <p:nvPr>
            <p:ph idx="2" sz="half" type="body"/>
          </p:nvPr>
        </p:nvSpPr>
        <p:spPr/>
        <p:txBody>
          <a:bodyPr/>
          <a:lstStyle/>
          <a:p>
            <a:pPr lvl="0" indent="0">
              <a:buNone/>
            </a:pPr>
            <a:r>
              <a:rPr>
                <a:latin typeface="Courier"/>
              </a:rPr>
              <a:t>@startuml
skinparam style strictuml
class Façade {
 doSomething()
}
Façade .&gt; package1.Class1
Façade .&gt; package2.Class2
Façade .&gt; package3.Class3
Client1 .&gt; Façade : doSomething()
Client2 .&gt; Façade : doSomething()
note as N2
doSomething() {
  Class1 c1 = newClass1();
  Class2 c2 = newClass2();
  Class3 c3 = newClass3();
  c1.doStuff(c2)
  c3.setX(c1.getX());
  return c3.getY();
}
end note
Façade .. N2
@enduml</a:t>
            </a:r>
          </a:p>
        </p:txBody>
      </p:sp>
      <p:pic>
        <p:nvPicPr>
          <p:cNvPr descr="http://www.plantuml.com/plantuml/svg/VT31IiGm40RWUvvYZkqbaEIcA0iB7hruqUEGpjQoQRea4qHadyS7ySNCR2XMMRoqPBv_c4bscJ5ncOFAnocUCE4CcTy3rM-Q_4Lym9pX0Ry-SI3uK30iJyjC_3h5iUlLMQsax-64_eWZ6RsN9dE5R2DxXLmZf_PXeiX6Q4tT_9dQ8lQ_I5oO03CyMlKBv0hGzWDlu0uYlRLZrz-kPC7R3TaDEV1kGwwHDxfEuN8uTDxsKd0w4pzt5KRvzvTO8Yuf2jRYYxIU5SK1PDcV9z6ozAxMono-0G00"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 w:600px</a:t>
            </a:r>
          </a:p>
        </p:txBody>
      </p:sp>
      <p:sp>
        <p:nvSpPr>
          <p:cNvPr id="3" name="Content Placeholder 2"/>
          <p:cNvSpPr>
            <a:spLocks noGrp="1"/>
          </p:cNvSpPr>
          <p:nvPr>
            <p:ph idx="1"/>
          </p:nvPr>
        </p:nvSpPr>
        <p:spPr/>
        <p:txBody>
          <a:bodyPr/>
          <a:lstStyle/>
          <a:p>
            <a:pPr lvl="0" indent="0" marL="0">
              <a:buNone/>
            </a:pPr>
            <a:r>
              <a:rPr/>
              <a:t>Demo Link</a:t>
            </a:r>
          </a:p>
          <a:p>
            <a:pPr lvl="0" indent="0" marL="0">
              <a:buNone/>
            </a:pPr>
            <a:r>
              <a:rPr>
                <a:hlinkClick r:id="rId3"/>
              </a:rPr>
              <a:t>PlantUML Web Server</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What is it?</a:t>
            </a:r>
          </a:p>
        </p:txBody>
      </p:sp>
      <p:sp>
        <p:nvSpPr>
          <p:cNvPr id="4" name="Text Placeholder 3"/>
          <p:cNvSpPr>
            <a:spLocks noGrp="1"/>
          </p:cNvSpPr>
          <p:nvPr>
            <p:ph idx="2" sz="half" type="body"/>
          </p:nvPr>
        </p:nvSpPr>
        <p:spPr/>
        <p:txBody>
          <a:bodyPr/>
          <a:lstStyle/>
          <a:p>
            <a:pPr lvl="0" indent="0" marL="0">
              <a:spcBef>
                <a:spcPts val="3000"/>
              </a:spcBef>
              <a:buNone/>
            </a:pPr>
            <a:r>
              <a:rPr b="1"/>
              <a:t>PlantUML Status</a:t>
            </a:r>
          </a:p>
        </p:txBody>
      </p:sp>
      <p:pic>
        <p:nvPicPr>
          <p:cNvPr descr="https://img.shields.io/github/sponsors/plantuml?logo=github" id="0" name="Picture 1">
            <a:hlinkClick r:id="rId3"/>
          </p:cNvPr>
          <p:cNvPicPr>
            <a:picLocks noGrp="1" noChangeAspect="1"/>
          </p:cNvPicPr>
          <p:nvPr/>
        </p:nvPicPr>
        <p:blipFill>
          <a:blip r:embed="rId2"/>
          <a:stretch>
            <a:fillRect/>
          </a:stretch>
        </p:blipFill>
        <p:spPr bwMode="auto">
          <a:xfrm>
            <a:off x="3568700" y="1625600"/>
            <a:ext cx="5105400" cy="1028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GitHub Sponsors h:50px</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github/stars/plantuml" id="0" name="Picture 1">
            <a:hlinkClick r:id="rId3"/>
          </p:cNvPr>
          <p:cNvPicPr>
            <a:picLocks noGrp="1" noChangeAspect="1"/>
          </p:cNvPicPr>
          <p:nvPr/>
        </p:nvPicPr>
        <p:blipFill>
          <a:blip r:embed="rId2"/>
          <a:stretch>
            <a:fillRect/>
          </a:stretch>
        </p:blipFill>
        <p:spPr bwMode="auto">
          <a:xfrm>
            <a:off x="457200" y="1701800"/>
            <a:ext cx="8229600" cy="1866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GitHub Org’s stars h:50px</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github/watchers/plantuml/plantuml" id="0" name="Picture 1">
            <a:hlinkClick r:id="rId3"/>
          </p:cNvPr>
          <p:cNvPicPr>
            <a:picLocks noGrp="1" noChangeAspect="1"/>
          </p:cNvPicPr>
          <p:nvPr/>
        </p:nvPicPr>
        <p:blipFill>
          <a:blip r:embed="rId2"/>
          <a:stretch>
            <a:fillRect/>
          </a:stretch>
        </p:blipFill>
        <p:spPr bwMode="auto">
          <a:xfrm>
            <a:off x="457200" y="1892300"/>
            <a:ext cx="8229600" cy="14986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GitHub watchers h:50px</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github/contributors-anon/plantuml/plantuml?color=blue" id="0" name="Picture 1">
            <a:hlinkClick r:id="rId3"/>
          </p:cNvPr>
          <p:cNvPicPr>
            <a:picLocks noGrp="1" noChangeAspect="1"/>
          </p:cNvPicPr>
          <p:nvPr/>
        </p:nvPicPr>
        <p:blipFill>
          <a:blip r:embed="rId2"/>
          <a:stretch>
            <a:fillRect/>
          </a:stretch>
        </p:blipFill>
        <p:spPr bwMode="auto">
          <a:xfrm>
            <a:off x="457200" y="1879600"/>
            <a:ext cx="8229600" cy="15240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GitHub contributors h:50px</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github/forks/plantuml/plantuml" id="0" name="Picture 1">
            <a:hlinkClick r:id="rId3"/>
          </p:cNvPr>
          <p:cNvPicPr>
            <a:picLocks noGrp="1" noChangeAspect="1"/>
          </p:cNvPicPr>
          <p:nvPr/>
        </p:nvPicPr>
        <p:blipFill>
          <a:blip r:embed="rId2"/>
          <a:stretch>
            <a:fillRect/>
          </a:stretch>
        </p:blipFill>
        <p:spPr bwMode="auto">
          <a:xfrm>
            <a:off x="457200" y="1739900"/>
            <a:ext cx="8229600" cy="17907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GitHub forks h:50px</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What is it?</a:t>
            </a:r>
          </a:p>
        </p:txBody>
      </p:sp>
      <p:sp>
        <p:nvSpPr>
          <p:cNvPr id="4" name="Text Placeholder 3"/>
          <p:cNvSpPr>
            <a:spLocks noGrp="1"/>
          </p:cNvSpPr>
          <p:nvPr>
            <p:ph idx="2" sz="half" type="body"/>
          </p:nvPr>
        </p:nvSpPr>
        <p:spPr/>
        <p:txBody>
          <a:bodyPr/>
          <a:lstStyle/>
          <a:p>
            <a:pPr lvl="0" indent="0" marL="0">
              <a:spcBef>
                <a:spcPts val="3000"/>
              </a:spcBef>
              <a:buNone/>
            </a:pPr>
            <a:r>
              <a:rPr b="1"/>
              <a:t>PlantUML Status</a:t>
            </a:r>
          </a:p>
        </p:txBody>
      </p:sp>
      <p:pic>
        <p:nvPicPr>
          <p:cNvPr descr="https://img.shields.io/sourceforge/dt/plantuml?color=blue" id="0" name="Picture 1">
            <a:hlinkClick r:id="rId3"/>
          </p:cNvPr>
          <p:cNvPicPr>
            <a:picLocks noGrp="1" noChangeAspect="1"/>
          </p:cNvPicPr>
          <p:nvPr/>
        </p:nvPicPr>
        <p:blipFill>
          <a:blip r:embed="rId2"/>
          <a:stretch>
            <a:fillRect/>
          </a:stretch>
        </p:blipFill>
        <p:spPr bwMode="auto">
          <a:xfrm>
            <a:off x="3568700" y="1663700"/>
            <a:ext cx="5105400" cy="965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GitHub all releases h:50px</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endpoint?url=https://www.plantuml.com/plantuml/badge" id="0" name="Picture 1">
            <a:hlinkClick r:id="rId3"/>
          </p:cNvPr>
          <p:cNvPicPr>
            <a:picLocks noGrp="1" noChangeAspect="1"/>
          </p:cNvPicPr>
          <p:nvPr/>
        </p:nvPicPr>
        <p:blipFill>
          <a:blip r:embed="rId2"/>
          <a:stretch>
            <a:fillRect/>
          </a:stretch>
        </p:blipFill>
        <p:spPr bwMode="auto">
          <a:xfrm>
            <a:off x="457200" y="2298700"/>
            <a:ext cx="8229600" cy="6731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online h:50px</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endpoint?url=https://www.plantuml.com/plantuml/rate" id="0" name="Picture 1">
            <a:hlinkClick r:id="rId3"/>
          </p:cNvPr>
          <p:cNvPicPr>
            <a:picLocks noGrp="1" noChangeAspect="1"/>
          </p:cNvPicPr>
          <p:nvPr/>
        </p:nvPicPr>
        <p:blipFill>
          <a:blip r:embed="rId2"/>
          <a:stretch>
            <a:fillRect/>
          </a:stretch>
        </p:blipFill>
        <p:spPr bwMode="auto">
          <a:xfrm>
            <a:off x="457200" y="2298700"/>
            <a:ext cx="8229600" cy="6731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rate h:50px</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endpoint?url=https://www.plantuml.com/plantuml/rate?peak" id="0" name="Picture 1">
            <a:hlinkClick r:id="rId3"/>
          </p:cNvPr>
          <p:cNvPicPr>
            <a:picLocks noGrp="1" noChangeAspect="1"/>
          </p:cNvPicPr>
          <p:nvPr/>
        </p:nvPicPr>
        <p:blipFill>
          <a:blip r:embed="rId2"/>
          <a:stretch>
            <a:fillRect/>
          </a:stretch>
        </p:blipFill>
        <p:spPr bwMode="auto">
          <a:xfrm>
            <a:off x="457200" y="2298700"/>
            <a:ext cx="8229600" cy="6731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peak h:50px</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What is it?</a:t>
            </a:r>
          </a:p>
        </p:txBody>
      </p:sp>
      <p:sp>
        <p:nvSpPr>
          <p:cNvPr id="4" name="Text Placeholder 3"/>
          <p:cNvSpPr>
            <a:spLocks noGrp="1"/>
          </p:cNvSpPr>
          <p:nvPr>
            <p:ph idx="2" sz="half" type="body"/>
          </p:nvPr>
        </p:nvSpPr>
        <p:spPr/>
        <p:txBody>
          <a:bodyPr/>
          <a:lstStyle/>
          <a:p>
            <a:pPr lvl="0" indent="0" marL="0">
              <a:spcBef>
                <a:spcPts val="3000"/>
              </a:spcBef>
              <a:buNone/>
            </a:pPr>
            <a:r>
              <a:rPr b="1"/>
              <a:t>PlantUML Status</a:t>
            </a:r>
          </a:p>
        </p:txBody>
      </p:sp>
      <p:pic>
        <p:nvPicPr>
          <p:cNvPr descr="https://img.shields.io/github/v/release/plantuml/plantuml" id="0" name="Picture 1">
            <a:hlinkClick r:id="rId3"/>
          </p:cNvPr>
          <p:cNvPicPr>
            <a:picLocks noGrp="1" noChangeAspect="1"/>
          </p:cNvPicPr>
          <p:nvPr/>
        </p:nvPicPr>
        <p:blipFill>
          <a:blip r:embed="rId2"/>
          <a:stretch>
            <a:fillRect/>
          </a:stretch>
        </p:blipFill>
        <p:spPr bwMode="auto">
          <a:xfrm>
            <a:off x="3568700" y="1701800"/>
            <a:ext cx="5105400" cy="876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Release (latest by date) h:50px</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github/release-date/plantuml/plantuml?color=blue" id="0" name="Picture 1">
            <a:hlinkClick r:id="rId3"/>
          </p:cNvPr>
          <p:cNvPicPr>
            <a:picLocks noGrp="1" noChangeAspect="1"/>
          </p:cNvPicPr>
          <p:nvPr/>
        </p:nvPicPr>
        <p:blipFill>
          <a:blip r:embed="rId2"/>
          <a:stretch>
            <a:fillRect/>
          </a:stretch>
        </p:blipFill>
        <p:spPr bwMode="auto">
          <a:xfrm>
            <a:off x="457200" y="2057400"/>
            <a:ext cx="8229600" cy="11557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Release Date h:50px</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github/commits-since/plantuml/plantuml/latest" id="0" name="Picture 1">
            <a:hlinkClick r:id="rId3"/>
          </p:cNvPr>
          <p:cNvPicPr>
            <a:picLocks noGrp="1" noChangeAspect="1"/>
          </p:cNvPicPr>
          <p:nvPr/>
        </p:nvPicPr>
        <p:blipFill>
          <a:blip r:embed="rId2"/>
          <a:stretch>
            <a:fillRect/>
          </a:stretch>
        </p:blipFill>
        <p:spPr bwMode="auto">
          <a:xfrm>
            <a:off x="457200" y="2159000"/>
            <a:ext cx="8229600" cy="9525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GitHub commits since latest release (by date) h:50px</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What is it?</a:t>
            </a:r>
          </a:p>
        </p:txBody>
      </p:sp>
      <p:sp>
        <p:nvSpPr>
          <p:cNvPr id="4" name="Text Placeholder 3"/>
          <p:cNvSpPr>
            <a:spLocks noGrp="1"/>
          </p:cNvSpPr>
          <p:nvPr>
            <p:ph idx="2" sz="half" type="body"/>
          </p:nvPr>
        </p:nvSpPr>
        <p:spPr/>
        <p:txBody>
          <a:bodyPr/>
          <a:lstStyle/>
          <a:p>
            <a:pPr lvl="0" indent="0" marL="0">
              <a:spcBef>
                <a:spcPts val="3000"/>
              </a:spcBef>
              <a:buNone/>
            </a:pPr>
            <a:r>
              <a:rPr b="1"/>
              <a:t>PlantUML Status</a:t>
            </a:r>
          </a:p>
        </p:txBody>
      </p:sp>
      <p:pic>
        <p:nvPicPr>
          <p:cNvPr descr="https://img.shields.io/github/v/release/plantuml/plantuml?color=chocolate&amp;include_prereleases" id="0" name="Picture 1">
            <a:hlinkClick r:id="rId3"/>
          </p:cNvPr>
          <p:cNvPicPr>
            <a:picLocks noGrp="1" noChangeAspect="1"/>
          </p:cNvPicPr>
          <p:nvPr/>
        </p:nvPicPr>
        <p:blipFill>
          <a:blip r:embed="rId2"/>
          <a:stretch>
            <a:fillRect/>
          </a:stretch>
        </p:blipFill>
        <p:spPr bwMode="auto">
          <a:xfrm>
            <a:off x="3568700" y="1663700"/>
            <a:ext cx="5105400" cy="939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Pre-release (latest by date) h:50px</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github/release-date-pre/plantuml/plantuml?color=chocolate" id="0" name="Picture 1">
            <a:hlinkClick r:id="rId3"/>
          </p:cNvPr>
          <p:cNvPicPr>
            <a:picLocks noGrp="1" noChangeAspect="1"/>
          </p:cNvPicPr>
          <p:nvPr/>
        </p:nvPicPr>
        <p:blipFill>
          <a:blip r:embed="rId2"/>
          <a:stretch>
            <a:fillRect/>
          </a:stretch>
        </p:blipFill>
        <p:spPr bwMode="auto">
          <a:xfrm>
            <a:off x="457200" y="2082800"/>
            <a:ext cx="8229600" cy="10922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Pre-release Date h:50px</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github/last-commit/plantuml/plantuml?color=chocolate" id="0" name="Picture 1">
            <a:hlinkClick r:id="rId3"/>
          </p:cNvPr>
          <p:cNvPicPr>
            <a:picLocks noGrp="1" noChangeAspect="1"/>
          </p:cNvPicPr>
          <p:nvPr/>
        </p:nvPicPr>
        <p:blipFill>
          <a:blip r:embed="rId2"/>
          <a:stretch>
            <a:fillRect/>
          </a:stretch>
        </p:blipFill>
        <p:spPr bwMode="auto">
          <a:xfrm>
            <a:off x="457200" y="2044700"/>
            <a:ext cx="8229600" cy="11811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GitHub last commit h:50px</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github.com/plantuml/plantuml/actions/workflows/ci.yml/badge.svg?color=chocolate" id="0" name="Picture 1">
            <a:hlinkClick r:id="rId3"/>
          </p:cNvPr>
          <p:cNvPicPr>
            <a:picLocks noGrp="1" noChangeAspect="1"/>
          </p:cNvPicPr>
          <p:nvPr/>
        </p:nvPicPr>
        <p:blipFill>
          <a:blip r:embed="rId2"/>
          <a:stretch>
            <a:fillRect/>
          </a:stretch>
        </p:blipFill>
        <p:spPr bwMode="auto">
          <a:xfrm>
            <a:off x="457200" y="1638300"/>
            <a:ext cx="8229600" cy="19812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CI h:50px</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This badges are generated via</a:t>
            </a:r>
          </a:p>
          <a:p>
            <a:pPr lvl="0" indent="0" marL="0">
              <a:buNone/>
            </a:pPr>
            <a:r>
              <a:rPr/>
              <a:t>https://shields.io/</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What is it?</a:t>
            </a:r>
          </a:p>
        </p:txBody>
      </p:sp>
      <p:sp>
        <p:nvSpPr>
          <p:cNvPr id="3" name="Content Placeholder 2"/>
          <p:cNvSpPr>
            <a:spLocks noGrp="1"/>
          </p:cNvSpPr>
          <p:nvPr>
            <p:ph idx="1"/>
          </p:nvPr>
        </p:nvSpPr>
        <p:spPr/>
        <p:txBody>
          <a:bodyPr/>
          <a:lstStyle/>
          <a:p>
            <a:pPr lvl="0"/>
            <a:r>
              <a:rPr b="1"/>
              <a:t>Diagram As Code</a:t>
            </a:r>
          </a:p>
          <a:p>
            <a:pPr lvl="1"/>
            <a:r>
              <a:rPr/>
              <a:t>Diagrams are defined using a simple and intuitive language. (</a:t>
            </a:r>
            <a:r>
              <a:rPr>
                <a:hlinkClick r:id="rId2"/>
              </a:rPr>
              <a:t>see PlantUML Language Reference Guide</a:t>
            </a:r>
            <a:r>
              <a:rPr/>
              <a:t>).</a:t>
            </a:r>
          </a:p>
          <a:p>
            <a:pPr lvl="0"/>
            <a:r>
              <a:rPr b="1"/>
              <a:t>Easy to use</a:t>
            </a:r>
          </a:p>
          <a:p>
            <a:pPr lvl="1"/>
            <a:r>
              <a:rPr/>
              <a:t>New users can read the </a:t>
            </a:r>
            <a:r>
              <a:rPr>
                <a:hlinkClick r:id="rId3"/>
              </a:rPr>
              <a:t>quick start page</a:t>
            </a:r>
            <a:r>
              <a:rPr/>
              <a:t>. There is also a </a:t>
            </a:r>
            <a:r>
              <a:rPr>
                <a:hlinkClick r:id="rId4"/>
              </a:rPr>
              <a:t>F.A.Q. page</a:t>
            </a:r>
            <a:r>
              <a:rPr/>
              <a:t>.</a:t>
            </a:r>
          </a:p>
          <a:p>
            <a:pPr lvl="0"/>
            <a:r>
              <a:rPr b="1"/>
              <a:t>Easy to integrate</a:t>
            </a:r>
          </a:p>
          <a:p>
            <a:pPr lvl="1"/>
            <a:r>
              <a:rPr/>
              <a:t>PlantUML can be used within </a:t>
            </a:r>
            <a:r>
              <a:rPr>
                <a:hlinkClick r:id="rId5"/>
              </a:rPr>
              <a:t>many other tools</a:t>
            </a:r>
            <a:r>
              <a:rPr/>
              <a:t>.</a:t>
            </a:r>
          </a:p>
          <a:p>
            <a:pPr lvl="0"/>
            <a:r>
              <a:rPr b="1"/>
              <a:t>Several outputs</a:t>
            </a:r>
          </a:p>
          <a:p>
            <a:pPr lvl="1"/>
            <a:r>
              <a:rPr/>
              <a:t>Images can be generated in PNG, </a:t>
            </a:r>
            <a:r>
              <a:rPr>
                <a:hlinkClick r:id="rId6"/>
              </a:rPr>
              <a:t>in SVG</a:t>
            </a:r>
            <a:r>
              <a:rPr/>
              <a:t> or </a:t>
            </a:r>
            <a:r>
              <a:rPr>
                <a:hlinkClick r:id="rId7"/>
              </a:rPr>
              <a:t>in LaTeX</a:t>
            </a:r>
            <a:r>
              <a:rPr/>
              <a:t> format.</a:t>
            </a:r>
          </a:p>
          <a:p>
            <a:pPr lvl="1"/>
            <a:r>
              <a:rPr/>
              <a:t>It is also possible to generate </a:t>
            </a:r>
            <a:r>
              <a:rPr>
                <a:hlinkClick r:id="rId8"/>
              </a:rPr>
              <a:t>ASCII art diagrams</a:t>
            </a:r>
            <a:r>
              <a:rPr/>
              <a:t> (only for sequence diagrams).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What is it?</a:t>
            </a:r>
          </a:p>
        </p:txBody>
      </p:sp>
      <p:sp>
        <p:nvSpPr>
          <p:cNvPr id="3" name="Content Placeholder 2"/>
          <p:cNvSpPr>
            <a:spLocks noGrp="1"/>
          </p:cNvSpPr>
          <p:nvPr>
            <p:ph idx="1"/>
          </p:nvPr>
        </p:nvSpPr>
        <p:spPr/>
        <p:txBody>
          <a:bodyPr/>
          <a:lstStyle/>
          <a:p>
            <a:pPr lvl="0" indent="0" marL="0">
              <a:buNone/>
            </a:pPr>
            <a:r>
              <a:rPr b="1"/>
              <a:t>PlantUML</a:t>
            </a:r>
            <a:r>
              <a:rPr/>
              <a:t> is a component that allows to quickly write:</a:t>
            </a:r>
          </a:p>
          <a:p>
            <a:pPr lvl="0"/>
            <a:r>
              <a:rPr>
                <a:hlinkClick r:id="rId2"/>
              </a:rPr>
              <a:t>Sequence diagram</a:t>
            </a:r>
          </a:p>
          <a:p>
            <a:pPr lvl="0"/>
            <a:r>
              <a:rPr>
                <a:hlinkClick r:id="rId3"/>
              </a:rPr>
              <a:t>Usecase diagram</a:t>
            </a:r>
          </a:p>
          <a:p>
            <a:pPr lvl="0"/>
            <a:r>
              <a:rPr>
                <a:hlinkClick r:id="rId4"/>
              </a:rPr>
              <a:t>Class diagram</a:t>
            </a:r>
          </a:p>
          <a:p>
            <a:pPr lvl="0"/>
            <a:r>
              <a:rPr>
                <a:hlinkClick r:id="rId5"/>
              </a:rPr>
              <a:t>Object diagram</a:t>
            </a:r>
          </a:p>
          <a:p>
            <a:pPr lvl="0"/>
            <a:r>
              <a:rPr>
                <a:hlinkClick r:id="rId6"/>
              </a:rPr>
              <a:t>Activity diagram</a:t>
            </a:r>
            <a:r>
              <a:rPr/>
              <a:t> (here is </a:t>
            </a:r>
            <a:r>
              <a:rPr>
                <a:hlinkClick r:id="rId7"/>
              </a:rPr>
              <a:t>the legacy syntax</a:t>
            </a:r>
            <a:r>
              <a:rPr/>
              <a:t>)</a:t>
            </a:r>
          </a:p>
          <a:p>
            <a:pPr lvl="0"/>
            <a:r>
              <a:rPr>
                <a:hlinkClick r:id="rId8"/>
              </a:rPr>
              <a:t>Component diagram</a:t>
            </a:r>
          </a:p>
          <a:p>
            <a:pPr lvl="0"/>
            <a:r>
              <a:rPr>
                <a:hlinkClick r:id="rId9"/>
              </a:rPr>
              <a:t>Deployment diagram</a:t>
            </a:r>
          </a:p>
          <a:p>
            <a:pPr lvl="0"/>
            <a:r>
              <a:rPr>
                <a:hlinkClick r:id="rId10"/>
              </a:rPr>
              <a:t>State diagram</a:t>
            </a:r>
          </a:p>
          <a:p>
            <a:pPr lvl="0"/>
            <a:r>
              <a:rPr>
                <a:hlinkClick r:id="rId11"/>
              </a:rPr>
              <a:t>Timing diagram</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What is it?</a:t>
            </a:r>
          </a:p>
        </p:txBody>
      </p:sp>
      <p:sp>
        <p:nvSpPr>
          <p:cNvPr id="3" name="Content Placeholder 2"/>
          <p:cNvSpPr>
            <a:spLocks noGrp="1"/>
          </p:cNvSpPr>
          <p:nvPr>
            <p:ph idx="1"/>
          </p:nvPr>
        </p:nvSpPr>
        <p:spPr/>
        <p:txBody>
          <a:bodyPr/>
          <a:lstStyle/>
          <a:p>
            <a:pPr lvl="0" indent="0" marL="0">
              <a:buNone/>
            </a:pPr>
            <a:r>
              <a:rPr/>
              <a:t>The following non-UML diagrams are also supported:</a:t>
            </a:r>
          </a:p>
          <a:p>
            <a:pPr lvl="0"/>
            <a:r>
              <a:rPr>
                <a:hlinkClick r:id="rId2"/>
              </a:rPr>
              <a:t>JSON data</a:t>
            </a:r>
          </a:p>
          <a:p>
            <a:pPr lvl="0"/>
            <a:r>
              <a:rPr>
                <a:hlinkClick r:id="rId3"/>
              </a:rPr>
              <a:t>YAML data</a:t>
            </a:r>
          </a:p>
          <a:p>
            <a:pPr lvl="0"/>
            <a:r>
              <a:rPr>
                <a:hlinkClick r:id="rId4"/>
              </a:rPr>
              <a:t>Network diagram (nwdiag)</a:t>
            </a:r>
          </a:p>
          <a:p>
            <a:pPr lvl="0"/>
            <a:r>
              <a:rPr>
                <a:hlinkClick r:id="rId5"/>
              </a:rPr>
              <a:t>Wireframe graphical interface or UI mockups (salt)</a:t>
            </a:r>
          </a:p>
          <a:p>
            <a:pPr lvl="0"/>
            <a:r>
              <a:rPr>
                <a:hlinkClick r:id="rId6"/>
              </a:rPr>
              <a:t>Archimate diagram</a:t>
            </a:r>
          </a:p>
          <a:p>
            <a:pPr lvl="0"/>
            <a:r>
              <a:rPr>
                <a:hlinkClick r:id="rId7"/>
              </a:rPr>
              <a:t>Specification and Description Language (SDL)</a:t>
            </a:r>
          </a:p>
          <a:p>
            <a:pPr lvl="0"/>
            <a:r>
              <a:rPr>
                <a:hlinkClick r:id="rId8"/>
              </a:rPr>
              <a:t>Ditaa diagram</a:t>
            </a:r>
          </a:p>
          <a:p>
            <a:pPr lvl="0"/>
            <a:r>
              <a:rPr>
                <a:hlinkClick r:id="rId9"/>
              </a:rPr>
              <a:t>Gantt diagram</a:t>
            </a:r>
          </a:p>
          <a:p>
            <a:pPr lvl="0"/>
            <a:r>
              <a:rPr>
                <a:hlinkClick r:id="rId10"/>
              </a:rPr>
              <a:t>MindMap diagram</a:t>
            </a:r>
          </a:p>
          <a:p>
            <a:pPr lvl="0"/>
            <a:r>
              <a:rPr>
                <a:hlinkClick r:id="rId11"/>
              </a:rPr>
              <a:t>Work Breakdown Structure diagram (WBS)</a:t>
            </a:r>
          </a:p>
          <a:p>
            <a:pPr lvl="0"/>
            <a:r>
              <a:rPr>
                <a:hlinkClick r:id="rId12"/>
              </a:rPr>
              <a:t>Mathematic with AsciiMath or JLaTeXMath notation</a:t>
            </a:r>
          </a:p>
          <a:p>
            <a:pPr lvl="0"/>
            <a:r>
              <a:rPr>
                <a:hlinkClick r:id="rId13"/>
              </a:rPr>
              <a:t>Entity Relationship diagram (IE/ER)</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What is it?</a:t>
            </a:r>
          </a:p>
        </p:txBody>
      </p:sp>
      <p:sp>
        <p:nvSpPr>
          <p:cNvPr id="3" name="Content Placeholder 2"/>
          <p:cNvSpPr>
            <a:spLocks noGrp="1"/>
          </p:cNvSpPr>
          <p:nvPr>
            <p:ph idx="1"/>
          </p:nvPr>
        </p:nvSpPr>
        <p:spPr/>
        <p:txBody>
          <a:bodyPr/>
          <a:lstStyle/>
          <a:p>
            <a:pPr lvl="0" indent="0" marL="0">
              <a:buNone/>
            </a:pPr>
            <a:r>
              <a:rPr/>
              <a:t>Furthermore:</a:t>
            </a:r>
          </a:p>
          <a:p>
            <a:pPr lvl="0"/>
            <a:r>
              <a:rPr>
                <a:hlinkClick r:id="rId2"/>
              </a:rPr>
              <a:t>Hyperlinks and tooltips</a:t>
            </a:r>
          </a:p>
          <a:p>
            <a:pPr lvl="0"/>
            <a:r>
              <a:rPr>
                <a:hlinkClick r:id="rId3"/>
              </a:rPr>
              <a:t>Creole</a:t>
            </a:r>
            <a:r>
              <a:rPr/>
              <a:t>: rich text, emoticons, unicode, icons</a:t>
            </a:r>
          </a:p>
          <a:p>
            <a:pPr lvl="0"/>
            <a:r>
              <a:rPr>
                <a:hlinkClick r:id="rId4"/>
              </a:rPr>
              <a:t>OpenIconic icons</a:t>
            </a:r>
          </a:p>
          <a:p>
            <a:pPr lvl="0"/>
            <a:r>
              <a:rPr>
                <a:hlinkClick r:id="rId5"/>
              </a:rPr>
              <a:t>Sprite icons</a:t>
            </a:r>
          </a:p>
          <a:p>
            <a:pPr lvl="0"/>
            <a:r>
              <a:rPr>
                <a:hlinkClick r:id="rId6"/>
              </a:rPr>
              <a:t>AsciiMath mathematical expressions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When do you need it?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When do you need it?</a:t>
            </a:r>
          </a:p>
        </p:txBody>
      </p:sp>
      <p:sp>
        <p:nvSpPr>
          <p:cNvPr id="3" name="Content Placeholder 2"/>
          <p:cNvSpPr>
            <a:spLocks noGrp="1"/>
          </p:cNvSpPr>
          <p:nvPr>
            <p:ph idx="1"/>
          </p:nvPr>
        </p:nvSpPr>
        <p:spPr/>
        <p:txBody>
          <a:bodyPr/>
          <a:lstStyle/>
          <a:p>
            <a:pPr lvl="0"/>
            <a:r>
              <a:rPr/>
              <a:t>Integrate application source code with its UML design</a:t>
            </a:r>
          </a:p>
          <a:p>
            <a:pPr lvl="0"/>
            <a:r>
              <a:rPr/>
              <a:t>Do not worry about visual design</a:t>
            </a:r>
          </a:p>
          <a:p>
            <a:pPr lvl="0"/>
            <a:r>
              <a:rPr/>
              <a:t>If you need something platform independent and portable</a:t>
            </a:r>
          </a:p>
          <a:p>
            <a:pPr lvl="0"/>
            <a:r>
              <a:rPr/>
              <a:t>If you need something that has lightweight diagramming features.</a:t>
            </a:r>
          </a:p>
          <a:p>
            <a:pPr lvl="0"/>
            <a:r>
              <a:rPr/>
              <a:t>If you do not want to pay for licences.</a:t>
            </a:r>
          </a:p>
          <a:p>
            <a:pPr lvl="0"/>
            <a:r>
              <a:rPr/>
              <a:t>If you do not need to install applications.</a:t>
            </a:r>
          </a:p>
          <a:p>
            <a:pPr lvl="0"/>
            <a:r>
              <a:rPr/>
              <a:t>If you need fast operations for diagraming models that you need to generate and share with others.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When do you need it?</a:t>
            </a:r>
          </a:p>
        </p:txBody>
      </p:sp>
      <p:sp>
        <p:nvSpPr>
          <p:cNvPr id="3" name="Content Placeholder 2"/>
          <p:cNvSpPr>
            <a:spLocks noGrp="1"/>
          </p:cNvSpPr>
          <p:nvPr>
            <p:ph idx="1"/>
          </p:nvPr>
        </p:nvSpPr>
        <p:spPr/>
        <p:txBody>
          <a:bodyPr/>
          <a:lstStyle/>
          <a:p>
            <a:pPr lvl="0"/>
            <a:r>
              <a:rPr/>
              <a:t>There are many applications that use PlantUML.</a:t>
            </a:r>
          </a:p>
          <a:p>
            <a:pPr lvl="0"/>
            <a:r>
              <a:rPr/>
              <a:t>There are many examples of PlantUML diagrams.maybe you can find your solutions. Do not forget to check the </a:t>
            </a:r>
            <a:r>
              <a:rPr>
                <a:hlinkClick r:id="rId2"/>
              </a:rPr>
              <a:t>examples</a:t>
            </a:r>
            <a:r>
              <a:rPr/>
              <a:t>.</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PlantUML Introduction</a:t>
            </a:r>
          </a:p>
          <a:p>
            <a:pPr lvl="0"/>
            <a:r>
              <a:rPr/>
              <a:t>PlantUML is an open-source tool for creating UML diagrams from plain text descriptions</a:t>
            </a:r>
          </a:p>
          <a:p>
            <a:pPr lvl="0"/>
            <a:r>
              <a:rPr/>
              <a:t>“Diagrams as Code” approach: version control friendly, automatable, and reproducible</a:t>
            </a:r>
          </a:p>
          <a:p>
            <a:pPr lvl="0"/>
            <a:r>
              <a:rPr/>
              <a:t>PlantUML supports all standard UML diagrams plus many non-UML diagram types</a:t>
            </a:r>
          </a:p>
          <a:p>
            <a:pPr lvl="0"/>
            <a:r>
              <a:rPr/>
              <a:t>Use PlantUML when you need quick, maintainable, and text-based diagram generation</a:t>
            </a:r>
          </a:p>
          <a:p>
            <a:pPr lvl="0"/>
            <a:r>
              <a:rPr/>
              <a:t>PlantUML renders diagrams as PNG, SVG, or other image formats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B: PlantUML Setup &amp; Online Usage</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Download &amp; Installation Options for Offline Usage</a:t>
            </a:r>
          </a:p>
          <a:p>
            <a:pPr lvl="0"/>
            <a:r>
              <a:rPr/>
              <a:t>Testing Installation and Version</a:t>
            </a:r>
          </a:p>
          <a:p>
            <a:pPr lvl="0"/>
            <a:r>
              <a:rPr/>
              <a:t>Using PlantUML Online (Web Server, Examples)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Before Start Lets Download &amp; Install PlantUML</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Download &amp; Installation Options for Offline Usage</a:t>
            </a:r>
          </a:p>
        </p:txBody>
      </p:sp>
      <p:sp>
        <p:nvSpPr>
          <p:cNvPr id="3" name="Content Placeholder 2"/>
          <p:cNvSpPr>
            <a:spLocks noGrp="1"/>
          </p:cNvSpPr>
          <p:nvPr>
            <p:ph idx="1"/>
          </p:nvPr>
        </p:nvSpPr>
        <p:spPr/>
        <p:txBody>
          <a:bodyPr/>
          <a:lstStyle/>
          <a:p>
            <a:pPr lvl="0"/>
            <a:r>
              <a:rPr/>
              <a:t>Download from Direct Site and Use As *.jar File</a:t>
            </a:r>
          </a:p>
          <a:p>
            <a:pPr lvl="0"/>
            <a:r>
              <a:rPr/>
              <a:t>Install via Choco and use with Command Line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Option-1 : Download Jar File and PDF Guide</a:t>
            </a:r>
          </a:p>
        </p:txBody>
      </p:sp>
      <p:sp>
        <p:nvSpPr>
          <p:cNvPr id="3" name="Content Placeholder 2"/>
          <p:cNvSpPr>
            <a:spLocks noGrp="1"/>
          </p:cNvSpPr>
          <p:nvPr>
            <p:ph idx="1"/>
          </p:nvPr>
        </p:nvSpPr>
        <p:spPr/>
        <p:txBody>
          <a:bodyPr/>
          <a:lstStyle/>
          <a:p>
            <a:pPr lvl="0"/>
            <a:r>
              <a:rPr/>
              <a:t>Visit </a:t>
            </a:r>
            <a:r>
              <a:rPr>
                <a:hlinkClick r:id="rId2"/>
              </a:rPr>
              <a:t>Download page</a:t>
            </a:r>
          </a:p>
          <a:p>
            <a:pPr lvl="0"/>
            <a:r>
              <a:rPr/>
              <a:t>Download Latest Version Always with GraphViz Support</a:t>
            </a:r>
          </a:p>
          <a:p>
            <a:pPr lvl="1"/>
            <a:r>
              <a:rPr/>
              <a:t>PlantUML compiled Jar (Version 1.2022.4)</a:t>
            </a:r>
          </a:p>
          <a:p>
            <a:pPr lvl="2"/>
            <a:r>
              <a:rPr>
                <a:hlinkClick r:id="rId3"/>
              </a:rPr>
              <a:t>From GitHub releases</a:t>
            </a:r>
            <a:r>
              <a:rPr/>
              <a:t>, you can download </a:t>
            </a:r>
            <a:r>
              <a:rPr>
                <a:hlinkClick r:id="rId4"/>
              </a:rPr>
              <a:t>plantuml.1.2022.4.jar</a:t>
            </a:r>
          </a:p>
          <a:p>
            <a:pPr lvl="2"/>
            <a:r>
              <a:rPr/>
              <a:t>Version without embedded GraphViz: </a:t>
            </a:r>
            <a:r>
              <a:rPr>
                <a:hlinkClick r:id="rId5"/>
              </a:rPr>
              <a:t>plantuml-nodot.1.2022.4.jar</a:t>
            </a:r>
          </a:p>
          <a:p>
            <a:pPr lvl="0"/>
            <a:r>
              <a:rPr/>
              <a:t>PlantUML Language Reference Guide</a:t>
            </a:r>
          </a:p>
          <a:p>
            <a:pPr lvl="1"/>
            <a:r>
              <a:rPr/>
              <a:t>    </a:t>
            </a:r>
            <a:r>
              <a:rPr b="1">
                <a:hlinkClick r:id="rId6"/>
              </a:rPr>
              <a:t>English</a:t>
            </a:r>
            <a:r>
              <a:rPr/>
              <a:t>      </a:t>
            </a:r>
            <a:r>
              <a:rPr>
                <a:hlinkClick r:id="rId7"/>
              </a:rPr>
              <a:t>Deutsch</a:t>
            </a:r>
            <a:r>
              <a:rPr/>
              <a:t>      </a:t>
            </a:r>
            <a:r>
              <a:rPr>
                <a:hlinkClick r:id="rId8"/>
              </a:rPr>
              <a:t>Español</a:t>
            </a:r>
            <a:r>
              <a:rPr/>
              <a:t>      </a:t>
            </a:r>
            <a:r>
              <a:rPr>
                <a:hlinkClick r:id="rId9"/>
              </a:rPr>
              <a:t>Français</a:t>
            </a:r>
            <a:r>
              <a:rPr/>
              <a:t>      </a:t>
            </a:r>
            <a:r>
              <a:rPr>
                <a:hlinkClick r:id="rId10"/>
              </a:rPr>
              <a:t>日本語</a:t>
            </a:r>
            <a:r>
              <a:rPr/>
              <a:t>      </a:t>
            </a:r>
            <a:r>
              <a:rPr>
                <a:hlinkClick r:id="rId11"/>
              </a:rPr>
              <a:t>한국어</a:t>
            </a:r>
            <a:r>
              <a:rPr/>
              <a:t>      </a:t>
            </a:r>
            <a:r>
              <a:rPr>
                <a:hlinkClick r:id="rId12"/>
              </a:rPr>
              <a:t>Русский</a:t>
            </a:r>
            <a:r>
              <a:rPr/>
              <a:t>      </a:t>
            </a:r>
            <a:r>
              <a:rPr>
                <a:hlinkClick r:id="rId13"/>
              </a:rPr>
              <a:t>中文</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Option-2 : Install via Choco and use with Command Line</a:t>
            </a:r>
          </a:p>
        </p:txBody>
      </p:sp>
      <p:sp>
        <p:nvSpPr>
          <p:cNvPr id="3" name="Content Placeholder 2"/>
          <p:cNvSpPr>
            <a:spLocks noGrp="1"/>
          </p:cNvSpPr>
          <p:nvPr>
            <p:ph idx="1"/>
          </p:nvPr>
        </p:nvSpPr>
        <p:spPr/>
        <p:txBody>
          <a:bodyPr/>
          <a:lstStyle/>
          <a:p>
            <a:pPr lvl="0"/>
            <a:r>
              <a:rPr/>
              <a:t>Choco install</a:t>
            </a:r>
          </a:p>
          <a:p>
            <a:pPr lvl="1"/>
            <a:r>
              <a:rPr/>
              <a:t>For windows users, majkinetor introduced a way to install plantuml and its dependencies easily. Run cmd.exe as Administrator, and run two commands as follows (the first command is not needed and will fail if you already have chocolatey installed).</a:t>
            </a:r>
          </a:p>
          <a:p>
            <a:pPr lvl="0" indent="0">
              <a:buNone/>
            </a:pPr>
            <a:r>
              <a:rPr>
                <a:latin typeface="Courier"/>
              </a:rPr>
              <a:t>@</a:t>
            </a:r>
            <a:r>
              <a:rPr>
                <a:solidFill>
                  <a:srgbClr val="4070A0"/>
                </a:solidFill>
                <a:latin typeface="Courier"/>
              </a:rPr>
              <a:t>"%SystemRoot%\System32\WindowsPowerShell\v1.0\powershell.exe"</a:t>
            </a:r>
            <a:r>
              <a:rPr>
                <a:latin typeface="Courier"/>
              </a:rPr>
              <a:t> </a:t>
            </a:r>
            <a:r>
              <a:rPr>
                <a:solidFill>
                  <a:srgbClr val="7D9029"/>
                </a:solidFill>
                <a:latin typeface="Courier"/>
              </a:rPr>
              <a:t>-NoProfile</a:t>
            </a:r>
            <a:r>
              <a:rPr>
                <a:latin typeface="Courier"/>
              </a:rPr>
              <a:t> </a:t>
            </a:r>
            <a:r>
              <a:rPr>
                <a:solidFill>
                  <a:srgbClr val="7D9029"/>
                </a:solidFill>
                <a:latin typeface="Courier"/>
              </a:rPr>
              <a:t>-ExecutionPolicy</a:t>
            </a:r>
            <a:r>
              <a:rPr>
                <a:latin typeface="Courier"/>
              </a:rPr>
              <a:t> Bypass </a:t>
            </a:r>
            <a:r>
              <a:rPr>
                <a:solidFill>
                  <a:srgbClr val="7D9029"/>
                </a:solidFill>
                <a:latin typeface="Courier"/>
              </a:rPr>
              <a:t>-Command</a:t>
            </a:r>
            <a:r>
              <a:rPr>
                <a:latin typeface="Courier"/>
              </a:rPr>
              <a:t> </a:t>
            </a:r>
            <a:r>
              <a:rPr>
                <a:solidFill>
                  <a:srgbClr val="4070A0"/>
                </a:solidFill>
                <a:latin typeface="Courier"/>
              </a:rPr>
              <a:t>"iex ((New-Object System.Net.WebClient).DownloadString('https://chocolatey.org/install.ps1'))"</a:t>
            </a:r>
            <a:r>
              <a:rPr>
                <a:latin typeface="Courier"/>
              </a:rPr>
              <a:t> </a:t>
            </a:r>
            <a:r>
              <a:rPr b="1">
                <a:solidFill>
                  <a:srgbClr val="007020"/>
                </a:solidFill>
                <a:latin typeface="Courier"/>
              </a:rPr>
              <a:t>&amp;&amp;</a:t>
            </a:r>
            <a:r>
              <a:rPr>
                <a:latin typeface="Courier"/>
              </a:rPr>
              <a:t> SET </a:t>
            </a:r>
            <a:r>
              <a:rPr>
                <a:solidFill>
                  <a:srgbClr val="4070A0"/>
                </a:solidFill>
                <a:latin typeface="Courier"/>
              </a:rPr>
              <a:t>"PATH=%PATH%;%ALLUSERSPROFILE%\chocolatey\bin"</a:t>
            </a:r>
          </a:p>
          <a:p>
            <a:pPr lvl="0" indent="0">
              <a:buNone/>
            </a:pPr>
            <a:r>
              <a:rPr>
                <a:latin typeface="Courier"/>
              </a:rPr>
              <a:t>choco install plantuml</a:t>
            </a:r>
          </a:p>
          <a:p>
            <a:pPr lvl="0"/>
            <a:r>
              <a:rPr/>
              <a:t>If you’ve installed java, but still prompts “java not installed”, please add java bin path to PATH environment variable.</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Always Test Installation and Its Version</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How to use it online?</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a:r>
              <a:rPr/>
              <a:t>From PlantUML Web Page Select “Online Server”</a:t>
            </a:r>
          </a:p>
          <a:p>
            <a:pPr lvl="0"/>
            <a:r>
              <a:rPr/>
              <a:t>Default Online Server Link</a:t>
            </a:r>
          </a:p>
          <a:p>
            <a:pPr lvl="1"/>
            <a:r>
              <a:rPr/>
              <a:t>https://www.plantuml.com/plantuml/uml/SyfFKj2rKt3CoKnELR1Io4ZDoSa70000 bg right h:450</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pic>
        <p:nvPicPr>
          <p:cNvPr descr="assets/ce204-week-5-plantuml-server.drawio.svg" id="0" name="Picture 1"/>
          <p:cNvPicPr>
            <a:picLocks noGrp="1" noChangeAspect="1"/>
          </p:cNvPicPr>
          <p:nvPr/>
        </p:nvPicPr>
        <p:blipFill>
          <a:blip r:embed="rId2"/>
          <a:stretch>
            <a:fillRect/>
          </a:stretch>
        </p:blipFill>
        <p:spPr bwMode="auto">
          <a:xfrm>
            <a:off x="2273300" y="1193800"/>
            <a:ext cx="4610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center h:550</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You can download get shareable PNG, SVG links from server</a:t>
            </a:r>
          </a:p>
          <a:p>
            <a:pPr lvl="0"/>
            <a:r>
              <a:rPr/>
              <a:t>You can access directly UML diagram via browser</a:t>
            </a:r>
          </a:p>
          <a:p>
            <a:pPr lvl="0"/>
            <a:r>
              <a:rPr/>
              <a:t>You can parse links from server to get editable diagram</a:t>
            </a:r>
          </a:p>
          <a:p>
            <a:pPr lvl="0"/>
            <a:r>
              <a:rPr/>
              <a:t>You can try several built-in themes</a:t>
            </a:r>
          </a:p>
          <a:p>
            <a:pPr lvl="0"/>
            <a:r>
              <a:rPr/>
              <a:t>You can seperate diagram window from code window to make easier to edit diagram</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a:r>
              <a:rPr/>
              <a:t>Everything stored on link, example</a:t>
            </a:r>
          </a:p>
          <a:p>
            <a:pPr lvl="0"/>
            <a:r>
              <a:rPr/>
              <a:t>Request URL</a:t>
            </a:r>
          </a:p>
          <a:p>
            <a:pPr lvl="0" indent="0">
              <a:buNone/>
            </a:pPr>
            <a:r>
              <a:rPr>
                <a:latin typeface="Courier"/>
              </a:rPr>
              <a:t>https://www.plantuml.com/plantuml/uml/SyfFKj2rKt3CoKnELR1Io4ZDoSa70000</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a:r>
              <a:rPr/>
              <a:t>Server Base URL</a:t>
            </a:r>
          </a:p>
          <a:p>
            <a:pPr lvl="0" indent="0">
              <a:buNone/>
            </a:pPr>
            <a:r>
              <a:rPr>
                <a:latin typeface="Courier"/>
              </a:rPr>
              <a:t>https://www.plantuml.com/plantuml/uml/</a:t>
            </a:r>
          </a:p>
          <a:p>
            <a:pPr lvl="0"/>
            <a:r>
              <a:rPr/>
              <a:t>Encoded PlantUML Script</a:t>
            </a:r>
          </a:p>
          <a:p>
            <a:pPr lvl="1" indent="0">
              <a:buNone/>
            </a:pPr>
            <a:r>
              <a:rPr>
                <a:latin typeface="Courier"/>
              </a:rPr>
              <a:t>SyfFKj2rKt3CoKnELR1Io4ZDoSa70000</a:t>
            </a:r>
          </a:p>
          <a:p>
            <a:pPr lvl="0" indent="0">
              <a:buNone/>
            </a:pPr>
            <a:r>
              <a:rPr>
                <a:latin typeface="Courier"/>
              </a:rPr>
              <a:t>- Decoded PlantUML Script
``` plantuml
@startuml
Bob -&gt; Alice : hello
@enduml</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a:r>
              <a:rPr/>
              <a:t>If you plantuml text-encoding features https://plantuml.com/text-encoding</a:t>
            </a:r>
          </a:p>
          <a:p>
            <a:pPr lvl="0"/>
            <a:r>
              <a:rPr/>
              <a:t>They use</a:t>
            </a:r>
          </a:p>
          <a:p>
            <a:pPr lvl="1"/>
            <a:r>
              <a:rPr/>
              <a:t>https://en.wikipedia.org/wiki/Deflate (LZ77 + Huffman)</a:t>
            </a:r>
          </a:p>
          <a:p>
            <a:pPr lvl="1"/>
            <a:r>
              <a:rPr/>
              <a:t>https://en.wikipedia.org/wiki/Brotli (LZ77)</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How to use it online?</a:t>
            </a:r>
          </a:p>
        </p:txBody>
      </p:sp>
      <p:sp>
        <p:nvSpPr>
          <p:cNvPr id="4" name="Text Placeholder 3"/>
          <p:cNvSpPr>
            <a:spLocks noGrp="1"/>
          </p:cNvSpPr>
          <p:nvPr>
            <p:ph idx="2" sz="half" type="body"/>
          </p:nvPr>
        </p:nvSpPr>
        <p:spPr/>
        <p:txBody>
          <a:bodyPr/>
          <a:lstStyle/>
          <a:p>
            <a:pPr lvl="0" indent="0" marL="0">
              <a:spcBef>
                <a:spcPts val="3000"/>
              </a:spcBef>
              <a:buNone/>
            </a:pPr>
            <a:r>
              <a:rPr b="1"/>
              <a:t>Plantuml.jar Console-Command</a:t>
            </a:r>
          </a:p>
          <a:p>
            <a:pPr lvl="0" indent="0" marL="0">
              <a:buNone/>
            </a:pPr>
            <a:r>
              <a:rPr/>
              <a:t>You can use </a:t>
            </a:r>
            <a:r>
              <a:rPr>
                <a:latin typeface="Courier"/>
              </a:rPr>
              <a:t>-encodeurl</a:t>
            </a:r>
            <a:r>
              <a:rPr/>
              <a:t> or </a:t>
            </a:r>
            <a:r>
              <a:rPr>
                <a:latin typeface="Courier"/>
              </a:rPr>
              <a:t>-decodeurl</a:t>
            </a:r>
            <a:r>
              <a:rPr/>
              <a:t> in the </a:t>
            </a:r>
            <a:r>
              <a:rPr>
                <a:hlinkClick r:id="rId2"/>
              </a:rPr>
              <a:t>command line</a:t>
            </a:r>
            <a:r>
              <a:rPr/>
              <a:t> flags to encode or decode the text.</a:t>
            </a:r>
          </a:p>
          <a:p>
            <a:pPr lvl="0" indent="0">
              <a:buNone/>
            </a:pPr>
            <a:r>
              <a:rPr>
                <a:latin typeface="Courier"/>
              </a:rPr>
              <a:t>@startuml
Bob -&gt; Alice : hello
@enduml</a:t>
            </a:r>
          </a:p>
        </p:txBody>
      </p:sp>
      <p:pic>
        <p:nvPicPr>
          <p:cNvPr descr="assets/2022-04-20-17-40-41-image.png" id="0" name="Picture 1"/>
          <p:cNvPicPr>
            <a:picLocks noGrp="1" noChangeAspect="1"/>
          </p:cNvPicPr>
          <p:nvPr/>
        </p:nvPicPr>
        <p:blipFill>
          <a:blip r:embed="rId3"/>
          <a:stretch>
            <a:fillRect/>
          </a:stretch>
        </p:blipFill>
        <p:spPr bwMode="auto">
          <a:xfrm>
            <a:off x="3568700" y="2095500"/>
            <a:ext cx="5105400" cy="584200"/>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https://www.plantuml.com/plantuml/uml/SyfFKj2rKt3CoKnELR1Io4ZDoSa70000</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buNone/>
            </a:pPr>
            <a:r>
              <a:rPr/>
              <a:t>You will find here some implementation of this encoder:</a:t>
            </a:r>
          </a:p>
          <a:p>
            <a:pPr lvl="0"/>
            <a:r>
              <a:rPr>
                <a:hlinkClick r:id="rId2"/>
              </a:rPr>
              <a:t>Code in PHP</a:t>
            </a:r>
          </a:p>
          <a:p>
            <a:pPr lvl="0"/>
            <a:r>
              <a:rPr>
                <a:hlinkClick r:id="rId3"/>
              </a:rPr>
              <a:t>Code in Javascript</a:t>
            </a:r>
          </a:p>
          <a:p>
            <a:pPr lvl="0"/>
            <a:r>
              <a:rPr>
                <a:hlinkClick r:id="rId4"/>
              </a:rPr>
              <a:t>Code in Python</a:t>
            </a:r>
          </a:p>
          <a:p>
            <a:pPr lvl="0"/>
            <a:r>
              <a:rPr>
                <a:hlinkClick r:id="rId5"/>
              </a:rPr>
              <a:t>Code in Swift</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Javascript Encoder &amp; Decoder Library</a:t>
            </a:r>
          </a:p>
          <a:p>
            <a:pPr lvl="0"/>
            <a:r>
              <a:rPr/>
              <a:t>You can use following libraries to encode/decode URLs with you app.</a:t>
            </a:r>
          </a:p>
          <a:p>
            <a:pPr lvl="1"/>
            <a:r>
              <a:rPr/>
              <a:t>https://github.com/markushedvall/plantuml-encoder</a:t>
            </a:r>
          </a:p>
          <a:p>
            <a:pPr lvl="1"/>
            <a:r>
              <a:rPr/>
              <a:t>https://www.npmjs.com/package/plantuml-encoder-decoder</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Javascript Encoder Example</a:t>
            </a:r>
          </a:p>
          <a:p>
            <a:pPr lvl="0" indent="0">
              <a:buNone/>
            </a:pPr>
            <a:r>
              <a:rPr b="1">
                <a:solidFill>
                  <a:srgbClr val="007020"/>
                </a:solidFill>
                <a:latin typeface="Courier"/>
              </a:rPr>
              <a:t>var</a:t>
            </a:r>
            <a:r>
              <a:rPr>
                <a:latin typeface="Courier"/>
              </a:rPr>
              <a:t> plantumlEncoder </a:t>
            </a:r>
            <a:r>
              <a:rPr>
                <a:solidFill>
                  <a:srgbClr val="666666"/>
                </a:solidFill>
                <a:latin typeface="Courier"/>
              </a:rPr>
              <a:t>=</a:t>
            </a:r>
            <a:r>
              <a:rPr>
                <a:latin typeface="Courier"/>
              </a:rPr>
              <a:t> </a:t>
            </a:r>
            <a:r>
              <a:rPr>
                <a:solidFill>
                  <a:srgbClr val="BC7A00"/>
                </a:solidFill>
                <a:latin typeface="Courier"/>
              </a:rPr>
              <a:t>require</a:t>
            </a:r>
            <a:r>
              <a:rPr>
                <a:latin typeface="Courier"/>
              </a:rPr>
              <a:t>(</a:t>
            </a:r>
            <a:r>
              <a:rPr>
                <a:solidFill>
                  <a:srgbClr val="4070A0"/>
                </a:solidFill>
                <a:latin typeface="Courier"/>
              </a:rPr>
              <a:t>'plantuml-encoder'</a:t>
            </a:r>
            <a:r>
              <a:rPr>
                <a:latin typeface="Courier"/>
              </a:rPr>
              <a:t>)</a:t>
            </a:r>
            <a:br/>
            <a:br/>
            <a:r>
              <a:rPr b="1">
                <a:solidFill>
                  <a:srgbClr val="007020"/>
                </a:solidFill>
                <a:latin typeface="Courier"/>
              </a:rPr>
              <a:t>var</a:t>
            </a:r>
            <a:r>
              <a:rPr>
                <a:latin typeface="Courier"/>
              </a:rPr>
              <a:t> encoded </a:t>
            </a:r>
            <a:r>
              <a:rPr>
                <a:solidFill>
                  <a:srgbClr val="666666"/>
                </a:solidFill>
                <a:latin typeface="Courier"/>
              </a:rPr>
              <a:t>=</a:t>
            </a:r>
            <a:r>
              <a:rPr>
                <a:latin typeface="Courier"/>
              </a:rPr>
              <a:t> plantumlEncoder</a:t>
            </a:r>
            <a:r>
              <a:rPr>
                <a:solidFill>
                  <a:srgbClr val="666666"/>
                </a:solidFill>
                <a:latin typeface="Courier"/>
              </a:rPr>
              <a:t>.</a:t>
            </a:r>
            <a:r>
              <a:rPr>
                <a:solidFill>
                  <a:srgbClr val="06287E"/>
                </a:solidFill>
                <a:latin typeface="Courier"/>
              </a:rPr>
              <a:t>encode</a:t>
            </a:r>
            <a:r>
              <a:rPr>
                <a:latin typeface="Courier"/>
              </a:rPr>
              <a:t>(</a:t>
            </a:r>
            <a:r>
              <a:rPr>
                <a:solidFill>
                  <a:srgbClr val="4070A0"/>
                </a:solidFill>
                <a:latin typeface="Courier"/>
              </a:rPr>
              <a:t>'A -&gt; B: Hello'</a:t>
            </a:r>
            <a:r>
              <a:rPr>
                <a:latin typeface="Courier"/>
              </a:rPr>
              <a:t>)</a:t>
            </a:r>
            <a:b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(encoded) </a:t>
            </a:r>
            <a:r>
              <a:rPr i="1">
                <a:solidFill>
                  <a:srgbClr val="60A0B0"/>
                </a:solidFill>
                <a:latin typeface="Courier"/>
              </a:rPr>
              <a:t>// SrJGjLDmibBmICt9oGS0</a:t>
            </a:r>
            <a:br/>
            <a:br/>
            <a:r>
              <a:rPr b="1">
                <a:solidFill>
                  <a:srgbClr val="007020"/>
                </a:solidFill>
                <a:latin typeface="Courier"/>
              </a:rPr>
              <a:t>var</a:t>
            </a:r>
            <a:r>
              <a:rPr>
                <a:latin typeface="Courier"/>
              </a:rPr>
              <a:t> url </a:t>
            </a:r>
            <a:r>
              <a:rPr>
                <a:solidFill>
                  <a:srgbClr val="666666"/>
                </a:solidFill>
                <a:latin typeface="Courier"/>
              </a:rPr>
              <a:t>=</a:t>
            </a:r>
            <a:r>
              <a:rPr>
                <a:latin typeface="Courier"/>
              </a:rPr>
              <a:t> </a:t>
            </a:r>
            <a:r>
              <a:rPr>
                <a:solidFill>
                  <a:srgbClr val="4070A0"/>
                </a:solidFill>
                <a:latin typeface="Courier"/>
              </a:rPr>
              <a:t>'http://www.plantuml.com/plantuml/img/'</a:t>
            </a:r>
            <a:r>
              <a:rPr>
                <a:latin typeface="Courier"/>
              </a:rPr>
              <a:t> </a:t>
            </a:r>
            <a:r>
              <a:rPr>
                <a:solidFill>
                  <a:srgbClr val="666666"/>
                </a:solidFill>
                <a:latin typeface="Courier"/>
              </a:rPr>
              <a:t>+</a:t>
            </a:r>
            <a:r>
              <a:rPr>
                <a:latin typeface="Courier"/>
              </a:rPr>
              <a:t> encoded</a:t>
            </a:r>
            <a:br/>
            <a:br/>
            <a:r>
              <a:rPr b="1">
                <a:solidFill>
                  <a:srgbClr val="007020"/>
                </a:solidFill>
                <a:latin typeface="Courier"/>
              </a:rPr>
              <a:t>var</a:t>
            </a:r>
            <a:r>
              <a:rPr>
                <a:latin typeface="Courier"/>
              </a:rPr>
              <a:t> decoded </a:t>
            </a:r>
            <a:r>
              <a:rPr>
                <a:solidFill>
                  <a:srgbClr val="666666"/>
                </a:solidFill>
                <a:latin typeface="Courier"/>
              </a:rPr>
              <a:t>=</a:t>
            </a:r>
            <a:r>
              <a:rPr>
                <a:latin typeface="Courier"/>
              </a:rPr>
              <a:t> plantumlEncoder</a:t>
            </a:r>
            <a:r>
              <a:rPr>
                <a:solidFill>
                  <a:srgbClr val="666666"/>
                </a:solidFill>
                <a:latin typeface="Courier"/>
              </a:rPr>
              <a:t>.</a:t>
            </a:r>
            <a:r>
              <a:rPr>
                <a:solidFill>
                  <a:srgbClr val="06287E"/>
                </a:solidFill>
                <a:latin typeface="Courier"/>
              </a:rPr>
              <a:t>decode</a:t>
            </a:r>
            <a:r>
              <a:rPr>
                <a:latin typeface="Courier"/>
              </a:rPr>
              <a:t>(encoded)</a:t>
            </a:r>
            <a:b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(decoded)</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Javascript Decoder Example</a:t>
            </a:r>
          </a:p>
          <a:p>
            <a:pPr lvl="0" indent="0">
              <a:buNone/>
            </a:pPr>
            <a:r>
              <a:rPr b="1">
                <a:solidFill>
                  <a:srgbClr val="007020"/>
                </a:solidFill>
                <a:latin typeface="Courier"/>
              </a:rPr>
              <a:t>var</a:t>
            </a:r>
            <a:r>
              <a:rPr>
                <a:latin typeface="Courier"/>
              </a:rPr>
              <a:t> plantumlEncoder </a:t>
            </a:r>
            <a:r>
              <a:rPr>
                <a:solidFill>
                  <a:srgbClr val="666666"/>
                </a:solidFill>
                <a:latin typeface="Courier"/>
              </a:rPr>
              <a:t>=</a:t>
            </a:r>
            <a:r>
              <a:rPr>
                <a:latin typeface="Courier"/>
              </a:rPr>
              <a:t> </a:t>
            </a:r>
            <a:r>
              <a:rPr>
                <a:solidFill>
                  <a:srgbClr val="BC7A00"/>
                </a:solidFill>
                <a:latin typeface="Courier"/>
              </a:rPr>
              <a:t>require</a:t>
            </a:r>
            <a:r>
              <a:rPr>
                <a:latin typeface="Courier"/>
              </a:rPr>
              <a:t>(</a:t>
            </a:r>
            <a:r>
              <a:rPr>
                <a:solidFill>
                  <a:srgbClr val="4070A0"/>
                </a:solidFill>
                <a:latin typeface="Courier"/>
              </a:rPr>
              <a:t>'plantuml-encoder'</a:t>
            </a:r>
            <a:r>
              <a:rPr>
                <a:latin typeface="Courier"/>
              </a:rPr>
              <a:t>)</a:t>
            </a:r>
            <a:br/>
            <a:br/>
            <a:r>
              <a:rPr b="1">
                <a:solidFill>
                  <a:srgbClr val="007020"/>
                </a:solidFill>
                <a:latin typeface="Courier"/>
              </a:rPr>
              <a:t>var</a:t>
            </a:r>
            <a:r>
              <a:rPr>
                <a:latin typeface="Courier"/>
              </a:rPr>
              <a:t> plain </a:t>
            </a:r>
            <a:r>
              <a:rPr>
                <a:solidFill>
                  <a:srgbClr val="666666"/>
                </a:solidFill>
                <a:latin typeface="Courier"/>
              </a:rPr>
              <a:t>=</a:t>
            </a:r>
            <a:r>
              <a:rPr>
                <a:latin typeface="Courier"/>
              </a:rPr>
              <a:t> plantumlEncoder</a:t>
            </a:r>
            <a:r>
              <a:rPr>
                <a:solidFill>
                  <a:srgbClr val="666666"/>
                </a:solidFill>
                <a:latin typeface="Courier"/>
              </a:rPr>
              <a:t>.</a:t>
            </a:r>
            <a:r>
              <a:rPr>
                <a:solidFill>
                  <a:srgbClr val="06287E"/>
                </a:solidFill>
                <a:latin typeface="Courier"/>
              </a:rPr>
              <a:t>decode</a:t>
            </a:r>
            <a:r>
              <a:rPr>
                <a:latin typeface="Courier"/>
              </a:rPr>
              <a:t>(</a:t>
            </a:r>
            <a:r>
              <a:rPr>
                <a:solidFill>
                  <a:srgbClr val="4070A0"/>
                </a:solidFill>
                <a:latin typeface="Courier"/>
              </a:rPr>
              <a:t>'UDfpLD2rKt2oKl18pSd91m0KGWDz'</a:t>
            </a:r>
            <a:r>
              <a:rPr>
                <a:latin typeface="Courier"/>
              </a:rPr>
              <a:t>)</a:t>
            </a:r>
            <a:b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(plain) </a:t>
            </a:r>
            <a:r>
              <a:rPr i="1">
                <a:solidFill>
                  <a:srgbClr val="60A0B0"/>
                </a:solidFill>
                <a:latin typeface="Courier"/>
              </a:rPr>
              <a:t>// A -&gt; B: Hello</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Simple HEX format</a:t>
            </a:r>
          </a:p>
          <a:p>
            <a:pPr lvl="0"/>
            <a:r>
              <a:rPr/>
              <a:t>If you find Deflate and Brotli too complex, you can try the HEX format. In that case, you just have to encode each character in hexadecimal format.</a:t>
            </a:r>
          </a:p>
          <a:p>
            <a:pPr lvl="0"/>
            <a:r>
              <a:rPr/>
              <a:t>For example :</a:t>
            </a:r>
          </a:p>
          <a:p>
            <a:pPr lvl="1" indent="0">
              <a:buNone/>
            </a:pPr>
            <a:r>
              <a:rPr>
                <a:latin typeface="Courier"/>
              </a:rPr>
              <a:t>@startuml
Alice-&gt;Bob : I am using hex
@enduml</a:t>
            </a:r>
          </a:p>
          <a:p>
            <a:pPr lvl="0"/>
            <a:r>
              <a:rPr/>
              <a:t>will be turned into:</a:t>
            </a:r>
          </a:p>
          <a:p>
            <a:pPr lvl="1" indent="0">
              <a:buNone/>
            </a:pPr>
            <a:r>
              <a:rPr>
                <a:latin typeface="Courier"/>
              </a:rPr>
              <a:t>407374617274756d6c0a416c6963652d3e426f62203a204920616d207573696e67206865780a40656e64756d6c</a:t>
            </a:r>
          </a:p>
          <a:p>
            <a:pPr lvl="0"/>
            <a:r>
              <a:rPr/>
              <a:t>To indicate the use of HEX format, you must add </a:t>
            </a:r>
            <a:r>
              <a:rPr>
                <a:latin typeface="Courier"/>
              </a:rPr>
              <a:t>~h</a:t>
            </a:r>
            <a:r>
              <a:rPr/>
              <a:t> at the start of the data sent to PlantUML server.</a:t>
            </a:r>
          </a:p>
          <a:p>
            <a:pPr lvl="1"/>
            <a:r>
              <a:rPr>
                <a:hlinkClick r:id="rId2"/>
              </a:rPr>
              <a:t>http://www.plantuml.com/plantuml/uml/~h4073…</a:t>
            </a:r>
          </a:p>
          <a:p>
            <a:pPr lvl="0"/>
            <a:r>
              <a:rPr/>
              <a:t>Since there is no compression here, the URL will become very long as the diagram grows.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PNG service</a:t>
            </a:r>
          </a:p>
          <a:p>
            <a:pPr lvl="0" indent="0" marL="0">
              <a:buNone/>
            </a:pPr>
            <a:r>
              <a:rPr/>
              <a:t>To get a PNG file of a diagram, use the following URL scheme: </a:t>
            </a:r>
            <a:r>
              <a:rPr>
                <a:hlinkClick r:id="rId2"/>
              </a:rPr>
              <a:t>/plantuml/png/ENCODED</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SVG service</a:t>
            </a:r>
          </a:p>
          <a:p>
            <a:pPr lvl="0" indent="0" marL="0">
              <a:buNone/>
            </a:pPr>
            <a:r>
              <a:rPr/>
              <a:t>To get a SVG XML file of a diagram, use the following URL scheme: </a:t>
            </a:r>
            <a:r>
              <a:rPr>
                <a:hlinkClick r:id="rId2"/>
              </a:rPr>
              <a:t>/plantuml/svg/ENCODED</a:t>
            </a:r>
          </a:p>
          <a:p>
            <a:pPr lvl="0" indent="0" marL="1270000">
              <a:buNone/>
            </a:pPr>
            <a:r>
              <a:rPr sz="2000"/>
              <a:t>Note that not all diagrams can be produced in </a:t>
            </a:r>
            <a:r>
              <a:rPr sz="2000">
                <a:hlinkClick r:id="rId3"/>
              </a:rPr>
              <a:t>SVG</a:t>
            </a:r>
            <a:r>
              <a:rPr sz="2000"/>
              <a:t>. For example, </a:t>
            </a:r>
            <a:r>
              <a:rPr sz="2000">
                <a:hlinkClick r:id="rId4"/>
              </a:rPr>
              <a:t>ditaa diagrams</a:t>
            </a:r>
            <a:r>
              <a:rPr sz="2000"/>
              <a:t> are only available in PNG format.</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ASCII Art Service</a:t>
            </a:r>
          </a:p>
          <a:p>
            <a:pPr lvl="0" indent="0" marL="0">
              <a:buNone/>
            </a:pPr>
            <a:r>
              <a:rPr/>
              <a:t>To get an ASCII Art representation of a diagram, encoded in UTF-8, use the following URL scheme: </a:t>
            </a:r>
            <a:r>
              <a:rPr>
                <a:hlinkClick r:id="rId2"/>
              </a:rPr>
              <a:t>/plantuml/txt/ENCODED</a:t>
            </a:r>
          </a:p>
          <a:p>
            <a:pPr lvl="0" indent="0" marL="1270000">
              <a:buNone/>
            </a:pPr>
            <a:r>
              <a:rPr sz="2000"/>
              <a:t>Note that only sequence diagrams can be produced in ASCII Art.</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Image Map service</a:t>
            </a:r>
          </a:p>
        </p:txBody>
      </p:sp>
      <p:sp>
        <p:nvSpPr>
          <p:cNvPr id="3" name="Content Placeholder 2"/>
          <p:cNvSpPr>
            <a:spLocks noGrp="1"/>
          </p:cNvSpPr>
          <p:nvPr>
            <p:ph idx="1"/>
          </p:nvPr>
        </p:nvSpPr>
        <p:spPr/>
        <p:txBody>
          <a:bodyPr/>
          <a:lstStyle/>
          <a:p>
            <a:pPr lvl="0" indent="0" marL="0">
              <a:buNone/>
            </a:pPr>
            <a:r>
              <a:rPr/>
              <a:t>To get the </a:t>
            </a:r>
            <a:r>
              <a:rPr>
                <a:hlinkClick r:id="rId2"/>
              </a:rPr>
              <a:t>client image map</a:t>
            </a:r>
            <a:r>
              <a:rPr/>
              <a:t> related to a previously generated PNG image, use the following URL scheme: </a:t>
            </a:r>
            <a:r>
              <a:rPr>
                <a:hlinkClick r:id="rId3"/>
              </a:rPr>
              <a:t>/plantuml/map/ENCODED</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Image Map service</a:t>
            </a:r>
          </a:p>
        </p:txBody>
      </p:sp>
      <p:sp>
        <p:nvSpPr>
          <p:cNvPr id="3" name="Content Placeholder 2"/>
          <p:cNvSpPr>
            <a:spLocks noGrp="1"/>
          </p:cNvSpPr>
          <p:nvPr>
            <p:ph idx="1"/>
          </p:nvPr>
        </p:nvSpPr>
        <p:spPr/>
        <p:txBody>
          <a:bodyPr/>
          <a:lstStyle/>
          <a:p>
            <a:pPr lvl="0" indent="0" marL="0">
              <a:buNone/>
            </a:pPr>
            <a:r>
              <a:rPr/>
              <a:t>The output is a list of </a:t>
            </a:r>
            <a:r>
              <a:rPr>
                <a:latin typeface="Courier"/>
              </a:rPr>
              <a:t>&lt;area&gt;</a:t>
            </a:r>
            <a:r>
              <a:rPr/>
              <a:t> tags, each line matching a link present in the diagram description.</a:t>
            </a:r>
          </a:p>
          <a:p>
            <a:pPr lvl="0" indent="0" marL="0">
              <a:buNone/>
            </a:pPr>
            <a:r>
              <a:rPr/>
              <a:t>For example, the following </a:t>
            </a:r>
            <a:r>
              <a:rPr>
                <a:hlinkClick r:id="rId2"/>
              </a:rPr>
              <a:t>diagram</a:t>
            </a:r>
            <a:r>
              <a:rPr/>
              <a:t>:</a:t>
            </a:r>
          </a:p>
          <a:p>
            <a:pPr lvl="0" indent="0">
              <a:buNone/>
            </a:pPr>
            <a:r>
              <a:rPr>
                <a:latin typeface="Courier"/>
              </a:rPr>
              <a:t>@startuml
participant Bob [[http://plantuml.com]]
Bob -&gt; Alice : [[http://forum.plantuml.net]] hello
@enduml</a:t>
            </a:r>
          </a:p>
          <a:p>
            <a:pPr lvl="0" indent="0" marL="0">
              <a:buNone/>
            </a:pPr>
            <a:r>
              <a:rPr/>
              <a:t>produces the </a:t>
            </a:r>
            <a:r>
              <a:rPr>
                <a:hlinkClick r:id="rId3"/>
              </a:rPr>
              <a:t>following output</a:t>
            </a:r>
            <a:r>
              <a:rPr/>
              <a:t>:</a:t>
            </a:r>
          </a:p>
          <a:p>
            <a:pPr lvl="0" indent="0">
              <a:buNone/>
            </a:pPr>
            <a:r>
              <a:rPr>
                <a:solidFill>
                  <a:srgbClr val="902000"/>
                </a:solidFill>
                <a:latin typeface="Courier"/>
              </a:rPr>
              <a:t>&lt;</a:t>
            </a:r>
            <a:r>
              <a:rPr b="1">
                <a:solidFill>
                  <a:srgbClr val="007020"/>
                </a:solidFill>
                <a:latin typeface="Courier"/>
              </a:rPr>
              <a:t>map</a:t>
            </a:r>
            <a:r>
              <a:rPr>
                <a:solidFill>
                  <a:srgbClr val="007020"/>
                </a:solidFill>
                <a:latin typeface="Courier"/>
              </a:rPr>
              <a:t> id</a:t>
            </a:r>
            <a:r>
              <a:rPr>
                <a:solidFill>
                  <a:srgbClr val="666666"/>
                </a:solidFill>
                <a:latin typeface="Courier"/>
              </a:rPr>
              <a:t>=</a:t>
            </a:r>
            <a:r>
              <a:rPr>
                <a:solidFill>
                  <a:srgbClr val="4070A0"/>
                </a:solidFill>
                <a:latin typeface="Courier"/>
              </a:rPr>
              <a:t>"plantuml_map"</a:t>
            </a:r>
            <a:r>
              <a:rPr>
                <a:solidFill>
                  <a:srgbClr val="007020"/>
                </a:solidFill>
                <a:latin typeface="Courier"/>
              </a:rPr>
              <a:t> name</a:t>
            </a:r>
            <a:r>
              <a:rPr>
                <a:solidFill>
                  <a:srgbClr val="666666"/>
                </a:solidFill>
                <a:latin typeface="Courier"/>
              </a:rPr>
              <a:t>=</a:t>
            </a:r>
            <a:r>
              <a:rPr>
                <a:solidFill>
                  <a:srgbClr val="4070A0"/>
                </a:solidFill>
                <a:latin typeface="Courier"/>
              </a:rPr>
              <a:t>"plantuml_map"</a:t>
            </a:r>
            <a:r>
              <a:rPr>
                <a:solidFill>
                  <a:srgbClr val="902000"/>
                </a:solidFill>
                <a:latin typeface="Courier"/>
              </a:rPr>
              <a:t>&gt;</a:t>
            </a:r>
            <a:br/>
            <a:r>
              <a:rPr>
                <a:solidFill>
                  <a:srgbClr val="902000"/>
                </a:solidFill>
                <a:latin typeface="Courier"/>
              </a:rPr>
              <a:t>&lt;</a:t>
            </a:r>
            <a:r>
              <a:rPr b="1">
                <a:solidFill>
                  <a:srgbClr val="007020"/>
                </a:solidFill>
                <a:latin typeface="Courier"/>
              </a:rPr>
              <a:t>area</a:t>
            </a:r>
            <a:r>
              <a:rPr>
                <a:solidFill>
                  <a:srgbClr val="007020"/>
                </a:solidFill>
                <a:latin typeface="Courier"/>
              </a:rPr>
              <a:t> shape</a:t>
            </a:r>
            <a:r>
              <a:rPr>
                <a:solidFill>
                  <a:srgbClr val="666666"/>
                </a:solidFill>
                <a:latin typeface="Courier"/>
              </a:rPr>
              <a:t>=</a:t>
            </a:r>
            <a:r>
              <a:rPr>
                <a:solidFill>
                  <a:srgbClr val="4070A0"/>
                </a:solidFill>
                <a:latin typeface="Courier"/>
              </a:rPr>
              <a:t>"rect"</a:t>
            </a:r>
            <a:r>
              <a:rPr>
                <a:solidFill>
                  <a:srgbClr val="007020"/>
                </a:solidFill>
                <a:latin typeface="Courier"/>
              </a:rPr>
              <a:t> id</a:t>
            </a:r>
            <a:r>
              <a:rPr>
                <a:solidFill>
                  <a:srgbClr val="666666"/>
                </a:solidFill>
                <a:latin typeface="Courier"/>
              </a:rPr>
              <a:t>=</a:t>
            </a:r>
            <a:r>
              <a:rPr>
                <a:solidFill>
                  <a:srgbClr val="4070A0"/>
                </a:solidFill>
                <a:latin typeface="Courier"/>
              </a:rPr>
              <a:t>"id1"</a:t>
            </a:r>
            <a:r>
              <a:rPr>
                <a:solidFill>
                  <a:srgbClr val="007020"/>
                </a:solidFill>
                <a:latin typeface="Courier"/>
              </a:rPr>
              <a:t> href</a:t>
            </a:r>
            <a:r>
              <a:rPr>
                <a:solidFill>
                  <a:srgbClr val="666666"/>
                </a:solidFill>
                <a:latin typeface="Courier"/>
              </a:rPr>
              <a:t>=</a:t>
            </a:r>
            <a:r>
              <a:rPr>
                <a:solidFill>
                  <a:srgbClr val="4070A0"/>
                </a:solidFill>
                <a:latin typeface="Courier"/>
              </a:rPr>
              <a:t>"http://forum.plantuml.net"</a:t>
            </a:r>
            <a:r>
              <a:rPr>
                <a:solidFill>
                  <a:srgbClr val="007020"/>
                </a:solidFill>
                <a:latin typeface="Courier"/>
              </a:rPr>
              <a:t> title</a:t>
            </a:r>
            <a:r>
              <a:rPr>
                <a:solidFill>
                  <a:srgbClr val="666666"/>
                </a:solidFill>
                <a:latin typeface="Courier"/>
              </a:rPr>
              <a:t>=</a:t>
            </a:r>
            <a:r>
              <a:rPr>
                <a:solidFill>
                  <a:srgbClr val="4070A0"/>
                </a:solidFill>
                <a:latin typeface="Courier"/>
              </a:rPr>
              <a:t>"http://forum.plantuml.net"</a:t>
            </a:r>
            <a:r>
              <a:rPr>
                <a:solidFill>
                  <a:srgbClr val="007020"/>
                </a:solidFill>
                <a:latin typeface="Courier"/>
              </a:rPr>
              <a:t> alt</a:t>
            </a:r>
            <a:r>
              <a:rPr>
                <a:solidFill>
                  <a:srgbClr val="666666"/>
                </a:solidFill>
                <a:latin typeface="Courier"/>
              </a:rPr>
              <a:t>=</a:t>
            </a:r>
            <a:r>
              <a:rPr>
                <a:solidFill>
                  <a:srgbClr val="4070A0"/>
                </a:solidFill>
                <a:latin typeface="Courier"/>
              </a:rPr>
              <a:t>""</a:t>
            </a:r>
            <a:r>
              <a:rPr>
                <a:solidFill>
                  <a:srgbClr val="007020"/>
                </a:solidFill>
                <a:latin typeface="Courier"/>
              </a:rPr>
              <a:t> coords</a:t>
            </a:r>
            <a:r>
              <a:rPr>
                <a:solidFill>
                  <a:srgbClr val="666666"/>
                </a:solidFill>
                <a:latin typeface="Courier"/>
              </a:rPr>
              <a:t>=</a:t>
            </a:r>
            <a:r>
              <a:rPr>
                <a:solidFill>
                  <a:srgbClr val="4070A0"/>
                </a:solidFill>
                <a:latin typeface="Courier"/>
              </a:rPr>
              <a:t>"38,50,199,65"</a:t>
            </a:r>
            <a:r>
              <a:rPr>
                <a:solidFill>
                  <a:srgbClr val="902000"/>
                </a:solidFill>
                <a:latin typeface="Courier"/>
              </a:rPr>
              <a:t>/&gt;</a:t>
            </a:r>
            <a:br/>
            <a:r>
              <a:rPr>
                <a:solidFill>
                  <a:srgbClr val="902000"/>
                </a:solidFill>
                <a:latin typeface="Courier"/>
              </a:rPr>
              <a:t>&lt;</a:t>
            </a:r>
            <a:r>
              <a:rPr b="1">
                <a:solidFill>
                  <a:srgbClr val="007020"/>
                </a:solidFill>
                <a:latin typeface="Courier"/>
              </a:rPr>
              <a:t>area</a:t>
            </a:r>
            <a:r>
              <a:rPr>
                <a:solidFill>
                  <a:srgbClr val="007020"/>
                </a:solidFill>
                <a:latin typeface="Courier"/>
              </a:rPr>
              <a:t> shape</a:t>
            </a:r>
            <a:r>
              <a:rPr>
                <a:solidFill>
                  <a:srgbClr val="666666"/>
                </a:solidFill>
                <a:latin typeface="Courier"/>
              </a:rPr>
              <a:t>=</a:t>
            </a:r>
            <a:r>
              <a:rPr>
                <a:solidFill>
                  <a:srgbClr val="4070A0"/>
                </a:solidFill>
                <a:latin typeface="Courier"/>
              </a:rPr>
              <a:t>"rect"</a:t>
            </a:r>
            <a:r>
              <a:rPr>
                <a:solidFill>
                  <a:srgbClr val="007020"/>
                </a:solidFill>
                <a:latin typeface="Courier"/>
              </a:rPr>
              <a:t> id</a:t>
            </a:r>
            <a:r>
              <a:rPr>
                <a:solidFill>
                  <a:srgbClr val="666666"/>
                </a:solidFill>
                <a:latin typeface="Courier"/>
              </a:rPr>
              <a:t>=</a:t>
            </a:r>
            <a:r>
              <a:rPr>
                <a:solidFill>
                  <a:srgbClr val="4070A0"/>
                </a:solidFill>
                <a:latin typeface="Courier"/>
              </a:rPr>
              <a:t>"id2"</a:t>
            </a:r>
            <a:r>
              <a:rPr>
                <a:solidFill>
                  <a:srgbClr val="007020"/>
                </a:solidFill>
                <a:latin typeface="Courier"/>
              </a:rPr>
              <a:t> href</a:t>
            </a:r>
            <a:r>
              <a:rPr>
                <a:solidFill>
                  <a:srgbClr val="666666"/>
                </a:solidFill>
                <a:latin typeface="Courier"/>
              </a:rPr>
              <a:t>=</a:t>
            </a:r>
            <a:r>
              <a:rPr>
                <a:solidFill>
                  <a:srgbClr val="4070A0"/>
                </a:solidFill>
                <a:latin typeface="Courier"/>
              </a:rPr>
              <a:t>"http://plantuml.com"</a:t>
            </a:r>
            <a:r>
              <a:rPr>
                <a:solidFill>
                  <a:srgbClr val="007020"/>
                </a:solidFill>
                <a:latin typeface="Courier"/>
              </a:rPr>
              <a:t> title</a:t>
            </a:r>
            <a:r>
              <a:rPr>
                <a:solidFill>
                  <a:srgbClr val="666666"/>
                </a:solidFill>
                <a:latin typeface="Courier"/>
              </a:rPr>
              <a:t>=</a:t>
            </a:r>
            <a:r>
              <a:rPr>
                <a:solidFill>
                  <a:srgbClr val="4070A0"/>
                </a:solidFill>
                <a:latin typeface="Courier"/>
              </a:rPr>
              <a:t>"http://plantuml.com"</a:t>
            </a:r>
            <a:r>
              <a:rPr>
                <a:solidFill>
                  <a:srgbClr val="007020"/>
                </a:solidFill>
                <a:latin typeface="Courier"/>
              </a:rPr>
              <a:t> alt</a:t>
            </a:r>
            <a:r>
              <a:rPr>
                <a:solidFill>
                  <a:srgbClr val="666666"/>
                </a:solidFill>
                <a:latin typeface="Courier"/>
              </a:rPr>
              <a:t>=</a:t>
            </a:r>
            <a:r>
              <a:rPr>
                <a:solidFill>
                  <a:srgbClr val="4070A0"/>
                </a:solidFill>
                <a:latin typeface="Courier"/>
              </a:rPr>
              <a:t>""</a:t>
            </a:r>
            <a:r>
              <a:rPr>
                <a:solidFill>
                  <a:srgbClr val="007020"/>
                </a:solidFill>
                <a:latin typeface="Courier"/>
              </a:rPr>
              <a:t> coords</a:t>
            </a:r>
            <a:r>
              <a:rPr>
                <a:solidFill>
                  <a:srgbClr val="666666"/>
                </a:solidFill>
                <a:latin typeface="Courier"/>
              </a:rPr>
              <a:t>=</a:t>
            </a:r>
            <a:r>
              <a:rPr>
                <a:solidFill>
                  <a:srgbClr val="4070A0"/>
                </a:solidFill>
                <a:latin typeface="Courier"/>
              </a:rPr>
              <a:t>"8,3,50,116"</a:t>
            </a:r>
            <a:r>
              <a:rPr>
                <a:solidFill>
                  <a:srgbClr val="902000"/>
                </a:solidFill>
                <a:latin typeface="Courier"/>
              </a:rPr>
              <a:t>/&gt;</a:t>
            </a:r>
            <a:br/>
            <a:r>
              <a:rPr>
                <a:solidFill>
                  <a:srgbClr val="902000"/>
                </a:solidFill>
                <a:latin typeface="Courier"/>
              </a:rPr>
              <a:t>&lt;/</a:t>
            </a:r>
            <a:r>
              <a:rPr b="1">
                <a:solidFill>
                  <a:srgbClr val="007020"/>
                </a:solidFill>
                <a:latin typeface="Courier"/>
              </a:rPr>
              <a:t>map</a:t>
            </a:r>
            <a:r>
              <a:rPr>
                <a:solidFill>
                  <a:srgbClr val="902000"/>
                </a:solidFill>
                <a:latin typeface="Courier"/>
              </a:rPr>
              <a:t>&gt;</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buNone/>
            </a:pPr>
            <a:r>
              <a:rPr/>
              <a:t>Note that you need to include these </a:t>
            </a:r>
            <a:r>
              <a:rPr>
                <a:latin typeface="Courier"/>
              </a:rPr>
              <a:t>&lt;area...</a:t>
            </a:r>
            <a:r>
              <a:rPr/>
              <a:t> tags inside a </a:t>
            </a:r>
            <a:r>
              <a:rPr>
                <a:latin typeface="Courier"/>
              </a:rPr>
              <a:t>&lt;map...</a:t>
            </a:r>
            <a:r>
              <a:rPr/>
              <a:t> html tag to make the complete image map.</a:t>
            </a:r>
          </a:p>
          <a:p>
            <a:pPr lvl="0" indent="0">
              <a:buNone/>
            </a:pPr>
            <a:r>
              <a:rPr>
                <a:solidFill>
                  <a:srgbClr val="902000"/>
                </a:solidFill>
                <a:latin typeface="Courier"/>
              </a:rPr>
              <a:t>&lt;!DOCTYPE</a:t>
            </a:r>
            <a:r>
              <a:rPr>
                <a:latin typeface="Courier"/>
              </a:rPr>
              <a:t> html</a:t>
            </a:r>
            <a:r>
              <a:rPr>
                <a:solidFill>
                  <a:srgbClr val="902000"/>
                </a:solidFill>
                <a:latin typeface="Courier"/>
              </a:rPr>
              <a:t>&gt;</a:t>
            </a:r>
            <a:br/>
            <a:r>
              <a:rPr>
                <a:solidFill>
                  <a:srgbClr val="902000"/>
                </a:solidFill>
                <a:latin typeface="Courier"/>
              </a:rPr>
              <a:t>&lt;</a:t>
            </a:r>
            <a:r>
              <a:rPr b="1">
                <a:solidFill>
                  <a:srgbClr val="007020"/>
                </a:solidFill>
                <a:latin typeface="Courier"/>
              </a:rPr>
              <a:t>html</a:t>
            </a:r>
            <a:r>
              <a:rPr>
                <a:solidFill>
                  <a:srgbClr val="007020"/>
                </a:solidFill>
                <a:latin typeface="Courier"/>
              </a:rPr>
              <a:t> lang</a:t>
            </a:r>
            <a:r>
              <a:rPr>
                <a:solidFill>
                  <a:srgbClr val="666666"/>
                </a:solidFill>
                <a:latin typeface="Courier"/>
              </a:rPr>
              <a:t>=</a:t>
            </a:r>
            <a:r>
              <a:rPr>
                <a:solidFill>
                  <a:srgbClr val="4070A0"/>
                </a:solidFill>
                <a:latin typeface="Courier"/>
              </a:rPr>
              <a:t>"en"</a:t>
            </a:r>
            <a:r>
              <a:rPr>
                <a:solidFill>
                  <a:srgbClr val="902000"/>
                </a:solidFill>
                <a:latin typeface="Courier"/>
              </a:rPr>
              <a:t>&gt;</a:t>
            </a:r>
            <a:br/>
            <a:r>
              <a:rPr>
                <a:solidFill>
                  <a:srgbClr val="902000"/>
                </a:solidFill>
                <a:latin typeface="Courier"/>
              </a:rPr>
              <a:t>&lt;</a:t>
            </a:r>
            <a:r>
              <a:rPr b="1">
                <a:solidFill>
                  <a:srgbClr val="007020"/>
                </a:solidFill>
                <a:latin typeface="Courier"/>
              </a:rPr>
              <a:t>head</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title</a:t>
            </a:r>
            <a:r>
              <a:rPr>
                <a:solidFill>
                  <a:srgbClr val="902000"/>
                </a:solidFill>
                <a:latin typeface="Courier"/>
              </a:rPr>
              <a:t>&gt;</a:t>
            </a:r>
            <a:r>
              <a:rPr>
                <a:latin typeface="Courier"/>
              </a:rPr>
              <a:t>Plantuml Image Map</a:t>
            </a:r>
            <a:r>
              <a:rPr>
                <a:solidFill>
                  <a:srgbClr val="902000"/>
                </a:solidFill>
                <a:latin typeface="Courier"/>
              </a:rPr>
              <a:t>&lt;/</a:t>
            </a:r>
            <a:r>
              <a:rPr b="1">
                <a:solidFill>
                  <a:srgbClr val="007020"/>
                </a:solidFill>
                <a:latin typeface="Courier"/>
              </a:rPr>
              <a:t>title</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meta</a:t>
            </a:r>
            <a:r>
              <a:rPr>
                <a:solidFill>
                  <a:srgbClr val="007020"/>
                </a:solidFill>
                <a:latin typeface="Courier"/>
              </a:rPr>
              <a:t> charset</a:t>
            </a:r>
            <a:r>
              <a:rPr>
                <a:solidFill>
                  <a:srgbClr val="666666"/>
                </a:solidFill>
                <a:latin typeface="Courier"/>
              </a:rPr>
              <a:t>=</a:t>
            </a:r>
            <a:r>
              <a:rPr>
                <a:solidFill>
                  <a:srgbClr val="4070A0"/>
                </a:solidFill>
                <a:latin typeface="Courier"/>
              </a:rPr>
              <a:t>"UTF-8"</a:t>
            </a:r>
            <a:r>
              <a:rPr>
                <a:solidFill>
                  <a:srgbClr val="007020"/>
                </a:solidFill>
                <a:latin typeface="Courier"/>
              </a:rPr>
              <a:t> </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meta</a:t>
            </a:r>
            <a:r>
              <a:rPr>
                <a:solidFill>
                  <a:srgbClr val="007020"/>
                </a:solidFill>
                <a:latin typeface="Courier"/>
              </a:rPr>
              <a:t> name</a:t>
            </a:r>
            <a:r>
              <a:rPr>
                <a:solidFill>
                  <a:srgbClr val="666666"/>
                </a:solidFill>
                <a:latin typeface="Courier"/>
              </a:rPr>
              <a:t>=</a:t>
            </a:r>
            <a:r>
              <a:rPr>
                <a:solidFill>
                  <a:srgbClr val="4070A0"/>
                </a:solidFill>
                <a:latin typeface="Courier"/>
              </a:rPr>
              <a:t>"keywords"</a:t>
            </a:r>
            <a:r>
              <a:rPr>
                <a:solidFill>
                  <a:srgbClr val="007020"/>
                </a:solidFill>
                <a:latin typeface="Courier"/>
              </a:rPr>
              <a:t> content</a:t>
            </a:r>
            <a:r>
              <a:rPr>
                <a:solidFill>
                  <a:srgbClr val="666666"/>
                </a:solidFill>
                <a:latin typeface="Courier"/>
              </a:rPr>
              <a:t>=</a:t>
            </a:r>
            <a:r>
              <a:rPr>
                <a:solidFill>
                  <a:srgbClr val="4070A0"/>
                </a:solidFill>
                <a:latin typeface="Courier"/>
              </a:rPr>
              <a:t>"Plantuml,ImageMap"</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meta</a:t>
            </a:r>
            <a:r>
              <a:rPr>
                <a:solidFill>
                  <a:srgbClr val="007020"/>
                </a:solidFill>
                <a:latin typeface="Courier"/>
              </a:rPr>
              <a:t> name</a:t>
            </a:r>
            <a:r>
              <a:rPr>
                <a:solidFill>
                  <a:srgbClr val="666666"/>
                </a:solidFill>
                <a:latin typeface="Courier"/>
              </a:rPr>
              <a:t>=</a:t>
            </a:r>
            <a:r>
              <a:rPr>
                <a:solidFill>
                  <a:srgbClr val="4070A0"/>
                </a:solidFill>
                <a:latin typeface="Courier"/>
              </a:rPr>
              <a:t>"description"</a:t>
            </a:r>
            <a:r>
              <a:rPr>
                <a:solidFill>
                  <a:srgbClr val="007020"/>
                </a:solidFill>
                <a:latin typeface="Courier"/>
              </a:rPr>
              <a:t> content</a:t>
            </a:r>
            <a:r>
              <a:rPr>
                <a:solidFill>
                  <a:srgbClr val="666666"/>
                </a:solidFill>
                <a:latin typeface="Courier"/>
              </a:rPr>
              <a:t>=</a:t>
            </a:r>
            <a:r>
              <a:rPr>
                <a:solidFill>
                  <a:srgbClr val="4070A0"/>
                </a:solidFill>
                <a:latin typeface="Courier"/>
              </a:rPr>
              <a:t>"Plantuml Image Map"</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meta</a:t>
            </a:r>
            <a:r>
              <a:rPr>
                <a:solidFill>
                  <a:srgbClr val="007020"/>
                </a:solidFill>
                <a:latin typeface="Courier"/>
              </a:rPr>
              <a:t> name</a:t>
            </a:r>
            <a:r>
              <a:rPr>
                <a:solidFill>
                  <a:srgbClr val="666666"/>
                </a:solidFill>
                <a:latin typeface="Courier"/>
              </a:rPr>
              <a:t>=</a:t>
            </a:r>
            <a:r>
              <a:rPr>
                <a:solidFill>
                  <a:srgbClr val="4070A0"/>
                </a:solidFill>
                <a:latin typeface="Courier"/>
              </a:rPr>
              <a:t>"author"</a:t>
            </a:r>
            <a:r>
              <a:rPr>
                <a:solidFill>
                  <a:srgbClr val="007020"/>
                </a:solidFill>
                <a:latin typeface="Courier"/>
              </a:rPr>
              <a:t> content</a:t>
            </a:r>
            <a:r>
              <a:rPr>
                <a:solidFill>
                  <a:srgbClr val="666666"/>
                </a:solidFill>
                <a:latin typeface="Courier"/>
              </a:rPr>
              <a:t>=</a:t>
            </a:r>
            <a:r>
              <a:rPr>
                <a:solidFill>
                  <a:srgbClr val="4070A0"/>
                </a:solidFill>
                <a:latin typeface="Courier"/>
              </a:rPr>
              <a:t>"Uğur CORUH"</a:t>
            </a:r>
            <a:r>
              <a:rPr>
                <a:solidFill>
                  <a:srgbClr val="902000"/>
                </a:solidFill>
                <a:latin typeface="Courier"/>
              </a:rPr>
              <a:t>&gt;</a:t>
            </a:r>
            <a:br/>
            <a:r>
              <a:rPr>
                <a:solidFill>
                  <a:srgbClr val="902000"/>
                </a:solidFill>
                <a:latin typeface="Courier"/>
              </a:rPr>
              <a:t>&lt;/</a:t>
            </a:r>
            <a:r>
              <a:rPr b="1">
                <a:solidFill>
                  <a:srgbClr val="007020"/>
                </a:solidFill>
                <a:latin typeface="Courier"/>
              </a:rPr>
              <a:t>head</a:t>
            </a:r>
            <a:r>
              <a:rPr>
                <a:solidFill>
                  <a:srgbClr val="902000"/>
                </a:solidFill>
                <a:latin typeface="Courier"/>
              </a:rPr>
              <a:t>&gt;</a:t>
            </a:r>
            <a:br/>
            <a:r>
              <a:rPr>
                <a:solidFill>
                  <a:srgbClr val="902000"/>
                </a:solidFill>
                <a:latin typeface="Courier"/>
              </a:rPr>
              <a:t>&lt;</a:t>
            </a:r>
            <a:r>
              <a:rPr b="1">
                <a:solidFill>
                  <a:srgbClr val="007020"/>
                </a:solidFill>
                <a:latin typeface="Courier"/>
              </a:rPr>
              <a:t>body</a:t>
            </a:r>
            <a:r>
              <a:rPr>
                <a:solidFill>
                  <a:srgbClr val="902000"/>
                </a:solidFill>
                <a:latin typeface="Courier"/>
              </a:rPr>
              <a:t>&gt;</a:t>
            </a:r>
            <a:br/>
            <a:r>
              <a:rPr>
                <a:latin typeface="Courier"/>
              </a:rPr>
              <a:t> </a:t>
            </a:r>
            <a:r>
              <a:rPr i="1">
                <a:solidFill>
                  <a:srgbClr val="60A0B0"/>
                </a:solidFill>
                <a:latin typeface="Courier"/>
              </a:rPr>
              <a:t>&lt;!-- --&gt;</a:t>
            </a:r>
            <a:br/>
            <a:r>
              <a:rPr>
                <a:latin typeface="Courier"/>
              </a:rPr>
              <a:t>    </a:t>
            </a:r>
            <a:r>
              <a:rPr>
                <a:solidFill>
                  <a:srgbClr val="902000"/>
                </a:solidFill>
                <a:latin typeface="Courier"/>
              </a:rPr>
              <a:t>&lt;</a:t>
            </a:r>
            <a:r>
              <a:rPr b="1">
                <a:solidFill>
                  <a:srgbClr val="007020"/>
                </a:solidFill>
                <a:latin typeface="Courier"/>
              </a:rPr>
              <a:t>h1</a:t>
            </a:r>
            <a:r>
              <a:rPr>
                <a:solidFill>
                  <a:srgbClr val="902000"/>
                </a:solidFill>
                <a:latin typeface="Courier"/>
              </a:rPr>
              <a:t>&gt;</a:t>
            </a:r>
            <a:r>
              <a:rPr>
                <a:latin typeface="Courier"/>
              </a:rPr>
              <a:t>Sample Image</a:t>
            </a:r>
            <a:r>
              <a:rPr>
                <a:solidFill>
                  <a:srgbClr val="902000"/>
                </a:solidFill>
                <a:latin typeface="Courier"/>
              </a:rPr>
              <a:t>&lt;/</a:t>
            </a:r>
            <a:r>
              <a:rPr b="1">
                <a:solidFill>
                  <a:srgbClr val="007020"/>
                </a:solidFill>
                <a:latin typeface="Courier"/>
              </a:rPr>
              <a:t>h1</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img</a:t>
            </a:r>
            <a:r>
              <a:rPr>
                <a:solidFill>
                  <a:srgbClr val="007020"/>
                </a:solidFill>
                <a:latin typeface="Courier"/>
              </a:rPr>
              <a:t> src</a:t>
            </a:r>
            <a:r>
              <a:rPr>
                <a:solidFill>
                  <a:srgbClr val="666666"/>
                </a:solidFill>
                <a:latin typeface="Courier"/>
              </a:rPr>
              <a:t>=</a:t>
            </a:r>
            <a:r>
              <a:rPr>
                <a:solidFill>
                  <a:srgbClr val="4070A0"/>
                </a:solidFill>
                <a:latin typeface="Courier"/>
              </a:rPr>
              <a:t>"image.png"</a:t>
            </a:r>
            <a:r>
              <a:rPr>
                <a:solidFill>
                  <a:srgbClr val="007020"/>
                </a:solidFill>
                <a:latin typeface="Courier"/>
              </a:rPr>
              <a:t> alt</a:t>
            </a:r>
            <a:r>
              <a:rPr>
                <a:solidFill>
                  <a:srgbClr val="666666"/>
                </a:solidFill>
                <a:latin typeface="Courier"/>
              </a:rPr>
              <a:t>=</a:t>
            </a:r>
            <a:r>
              <a:rPr>
                <a:solidFill>
                  <a:srgbClr val="4070A0"/>
                </a:solidFill>
                <a:latin typeface="Courier"/>
              </a:rPr>
              <a:t>"Website map"</a:t>
            </a:r>
            <a:r>
              <a:rPr>
                <a:solidFill>
                  <a:srgbClr val="007020"/>
                </a:solidFill>
                <a:latin typeface="Courier"/>
              </a:rPr>
              <a:t> usemap</a:t>
            </a:r>
            <a:r>
              <a:rPr>
                <a:solidFill>
                  <a:srgbClr val="666666"/>
                </a:solidFill>
                <a:latin typeface="Courier"/>
              </a:rPr>
              <a:t>=</a:t>
            </a:r>
            <a:r>
              <a:rPr>
                <a:solidFill>
                  <a:srgbClr val="4070A0"/>
                </a:solidFill>
                <a:latin typeface="Courier"/>
              </a:rPr>
              <a:t>"#plantuml_map"</a:t>
            </a:r>
            <a:r>
              <a:rPr>
                <a:solidFill>
                  <a:srgbClr val="007020"/>
                </a:solidFill>
                <a:latin typeface="Courier"/>
              </a:rPr>
              <a:t> </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map</a:t>
            </a:r>
            <a:r>
              <a:rPr>
                <a:solidFill>
                  <a:srgbClr val="007020"/>
                </a:solidFill>
                <a:latin typeface="Courier"/>
              </a:rPr>
              <a:t> id</a:t>
            </a:r>
            <a:r>
              <a:rPr>
                <a:solidFill>
                  <a:srgbClr val="666666"/>
                </a:solidFill>
                <a:latin typeface="Courier"/>
              </a:rPr>
              <a:t>=</a:t>
            </a:r>
            <a:r>
              <a:rPr>
                <a:solidFill>
                  <a:srgbClr val="4070A0"/>
                </a:solidFill>
                <a:latin typeface="Courier"/>
              </a:rPr>
              <a:t>"plantuml_map"</a:t>
            </a:r>
            <a:r>
              <a:rPr>
                <a:solidFill>
                  <a:srgbClr val="007020"/>
                </a:solidFill>
                <a:latin typeface="Courier"/>
              </a:rPr>
              <a:t> name</a:t>
            </a:r>
            <a:r>
              <a:rPr>
                <a:solidFill>
                  <a:srgbClr val="666666"/>
                </a:solidFill>
                <a:latin typeface="Courier"/>
              </a:rPr>
              <a:t>=</a:t>
            </a:r>
            <a:r>
              <a:rPr>
                <a:solidFill>
                  <a:srgbClr val="4070A0"/>
                </a:solidFill>
                <a:latin typeface="Courier"/>
              </a:rPr>
              <a:t>"plantuml_map"</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area</a:t>
            </a:r>
            <a:r>
              <a:rPr>
                <a:solidFill>
                  <a:srgbClr val="007020"/>
                </a:solidFill>
                <a:latin typeface="Courier"/>
              </a:rPr>
              <a:t> shape</a:t>
            </a:r>
            <a:r>
              <a:rPr>
                <a:solidFill>
                  <a:srgbClr val="666666"/>
                </a:solidFill>
                <a:latin typeface="Courier"/>
              </a:rPr>
              <a:t>=</a:t>
            </a:r>
            <a:r>
              <a:rPr>
                <a:solidFill>
                  <a:srgbClr val="4070A0"/>
                </a:solidFill>
                <a:latin typeface="Courier"/>
              </a:rPr>
              <a:t>"rect"</a:t>
            </a:r>
            <a:r>
              <a:rPr>
                <a:solidFill>
                  <a:srgbClr val="007020"/>
                </a:solidFill>
                <a:latin typeface="Courier"/>
              </a:rPr>
              <a:t> id</a:t>
            </a:r>
            <a:r>
              <a:rPr>
                <a:solidFill>
                  <a:srgbClr val="666666"/>
                </a:solidFill>
                <a:latin typeface="Courier"/>
              </a:rPr>
              <a:t>=</a:t>
            </a:r>
            <a:r>
              <a:rPr>
                <a:solidFill>
                  <a:srgbClr val="4070A0"/>
                </a:solidFill>
                <a:latin typeface="Courier"/>
              </a:rPr>
              <a:t>"id1"</a:t>
            </a:r>
            <a:r>
              <a:rPr>
                <a:solidFill>
                  <a:srgbClr val="007020"/>
                </a:solidFill>
                <a:latin typeface="Courier"/>
              </a:rPr>
              <a:t> href</a:t>
            </a:r>
            <a:r>
              <a:rPr>
                <a:solidFill>
                  <a:srgbClr val="666666"/>
                </a:solidFill>
                <a:latin typeface="Courier"/>
              </a:rPr>
              <a:t>=</a:t>
            </a:r>
            <a:r>
              <a:rPr>
                <a:solidFill>
                  <a:srgbClr val="4070A0"/>
                </a:solidFill>
                <a:latin typeface="Courier"/>
              </a:rPr>
              <a:t>"http://forum.plantuml.net"</a:t>
            </a:r>
            <a:r>
              <a:rPr>
                <a:solidFill>
                  <a:srgbClr val="007020"/>
                </a:solidFill>
                <a:latin typeface="Courier"/>
              </a:rPr>
              <a:t> title</a:t>
            </a:r>
            <a:r>
              <a:rPr>
                <a:solidFill>
                  <a:srgbClr val="666666"/>
                </a:solidFill>
                <a:latin typeface="Courier"/>
              </a:rPr>
              <a:t>=</a:t>
            </a:r>
            <a:r>
              <a:rPr>
                <a:solidFill>
                  <a:srgbClr val="4070A0"/>
                </a:solidFill>
                <a:latin typeface="Courier"/>
              </a:rPr>
              <a:t>"http://forum.plantuml.net"</a:t>
            </a:r>
            <a:r>
              <a:rPr>
                <a:solidFill>
                  <a:srgbClr val="007020"/>
                </a:solidFill>
                <a:latin typeface="Courier"/>
              </a:rPr>
              <a:t> alt</a:t>
            </a:r>
            <a:r>
              <a:rPr>
                <a:solidFill>
                  <a:srgbClr val="666666"/>
                </a:solidFill>
                <a:latin typeface="Courier"/>
              </a:rPr>
              <a:t>=</a:t>
            </a:r>
            <a:r>
              <a:rPr>
                <a:solidFill>
                  <a:srgbClr val="4070A0"/>
                </a:solidFill>
                <a:latin typeface="Courier"/>
              </a:rPr>
              <a:t>""</a:t>
            </a:r>
            <a:r>
              <a:rPr>
                <a:solidFill>
                  <a:srgbClr val="007020"/>
                </a:solidFill>
                <a:latin typeface="Courier"/>
              </a:rPr>
              <a:t> coords</a:t>
            </a:r>
            <a:r>
              <a:rPr>
                <a:solidFill>
                  <a:srgbClr val="666666"/>
                </a:solidFill>
                <a:latin typeface="Courier"/>
              </a:rPr>
              <a:t>=</a:t>
            </a:r>
            <a:r>
              <a:rPr>
                <a:solidFill>
                  <a:srgbClr val="4070A0"/>
                </a:solidFill>
                <a:latin typeface="Courier"/>
              </a:rPr>
              <a:t>"38,50,199,65"</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area</a:t>
            </a:r>
            <a:r>
              <a:rPr>
                <a:solidFill>
                  <a:srgbClr val="007020"/>
                </a:solidFill>
                <a:latin typeface="Courier"/>
              </a:rPr>
              <a:t> shape</a:t>
            </a:r>
            <a:r>
              <a:rPr>
                <a:solidFill>
                  <a:srgbClr val="666666"/>
                </a:solidFill>
                <a:latin typeface="Courier"/>
              </a:rPr>
              <a:t>=</a:t>
            </a:r>
            <a:r>
              <a:rPr>
                <a:solidFill>
                  <a:srgbClr val="4070A0"/>
                </a:solidFill>
                <a:latin typeface="Courier"/>
              </a:rPr>
              <a:t>"rect"</a:t>
            </a:r>
            <a:r>
              <a:rPr>
                <a:solidFill>
                  <a:srgbClr val="007020"/>
                </a:solidFill>
                <a:latin typeface="Courier"/>
              </a:rPr>
              <a:t> id</a:t>
            </a:r>
            <a:r>
              <a:rPr>
                <a:solidFill>
                  <a:srgbClr val="666666"/>
                </a:solidFill>
                <a:latin typeface="Courier"/>
              </a:rPr>
              <a:t>=</a:t>
            </a:r>
            <a:r>
              <a:rPr>
                <a:solidFill>
                  <a:srgbClr val="4070A0"/>
                </a:solidFill>
                <a:latin typeface="Courier"/>
              </a:rPr>
              <a:t>"id2"</a:t>
            </a:r>
            <a:r>
              <a:rPr>
                <a:solidFill>
                  <a:srgbClr val="007020"/>
                </a:solidFill>
                <a:latin typeface="Courier"/>
              </a:rPr>
              <a:t> href</a:t>
            </a:r>
            <a:r>
              <a:rPr>
                <a:solidFill>
                  <a:srgbClr val="666666"/>
                </a:solidFill>
                <a:latin typeface="Courier"/>
              </a:rPr>
              <a:t>=</a:t>
            </a:r>
            <a:r>
              <a:rPr>
                <a:solidFill>
                  <a:srgbClr val="4070A0"/>
                </a:solidFill>
                <a:latin typeface="Courier"/>
              </a:rPr>
              <a:t>"http://plantuml.com"</a:t>
            </a:r>
            <a:r>
              <a:rPr>
                <a:solidFill>
                  <a:srgbClr val="007020"/>
                </a:solidFill>
                <a:latin typeface="Courier"/>
              </a:rPr>
              <a:t> title</a:t>
            </a:r>
            <a:r>
              <a:rPr>
                <a:solidFill>
                  <a:srgbClr val="666666"/>
                </a:solidFill>
                <a:latin typeface="Courier"/>
              </a:rPr>
              <a:t>=</a:t>
            </a:r>
            <a:r>
              <a:rPr>
                <a:solidFill>
                  <a:srgbClr val="4070A0"/>
                </a:solidFill>
                <a:latin typeface="Courier"/>
              </a:rPr>
              <a:t>"http://plantuml.com"</a:t>
            </a:r>
            <a:r>
              <a:rPr>
                <a:solidFill>
                  <a:srgbClr val="007020"/>
                </a:solidFill>
                <a:latin typeface="Courier"/>
              </a:rPr>
              <a:t> alt</a:t>
            </a:r>
            <a:r>
              <a:rPr>
                <a:solidFill>
                  <a:srgbClr val="666666"/>
                </a:solidFill>
                <a:latin typeface="Courier"/>
              </a:rPr>
              <a:t>=</a:t>
            </a:r>
            <a:r>
              <a:rPr>
                <a:solidFill>
                  <a:srgbClr val="4070A0"/>
                </a:solidFill>
                <a:latin typeface="Courier"/>
              </a:rPr>
              <a:t>""</a:t>
            </a:r>
            <a:r>
              <a:rPr>
                <a:solidFill>
                  <a:srgbClr val="007020"/>
                </a:solidFill>
                <a:latin typeface="Courier"/>
              </a:rPr>
              <a:t> coords</a:t>
            </a:r>
            <a:r>
              <a:rPr>
                <a:solidFill>
                  <a:srgbClr val="666666"/>
                </a:solidFill>
                <a:latin typeface="Courier"/>
              </a:rPr>
              <a:t>=</a:t>
            </a:r>
            <a:r>
              <a:rPr>
                <a:solidFill>
                  <a:srgbClr val="4070A0"/>
                </a:solidFill>
                <a:latin typeface="Courier"/>
              </a:rPr>
              <a:t>"8,3,50,116"</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map</a:t>
            </a:r>
            <a:r>
              <a:rPr>
                <a:solidFill>
                  <a:srgbClr val="902000"/>
                </a:solidFill>
                <a:latin typeface="Courier"/>
              </a:rPr>
              <a:t>&gt;</a:t>
            </a:r>
            <a:br/>
            <a:r>
              <a:rPr>
                <a:solidFill>
                  <a:srgbClr val="902000"/>
                </a:solidFill>
                <a:latin typeface="Courier"/>
              </a:rPr>
              <a:t>&lt;/</a:t>
            </a:r>
            <a:r>
              <a:rPr b="1">
                <a:solidFill>
                  <a:srgbClr val="007020"/>
                </a:solidFill>
                <a:latin typeface="Courier"/>
              </a:rPr>
              <a:t>body</a:t>
            </a:r>
            <a:r>
              <a:rPr>
                <a:solidFill>
                  <a:srgbClr val="902000"/>
                </a:solidFill>
                <a:latin typeface="Courier"/>
              </a:rPr>
              <a:t>&gt;</a:t>
            </a:r>
            <a:br/>
            <a:r>
              <a:rPr>
                <a:solidFill>
                  <a:srgbClr val="902000"/>
                </a:solidFill>
                <a:latin typeface="Courier"/>
              </a:rPr>
              <a:t>&lt;/</a:t>
            </a:r>
            <a:r>
              <a:rPr b="1">
                <a:solidFill>
                  <a:srgbClr val="007020"/>
                </a:solidFill>
                <a:latin typeface="Courier"/>
              </a:rPr>
              <a:t>html</a:t>
            </a:r>
            <a:r>
              <a:rPr>
                <a:solidFill>
                  <a:srgbClr val="902000"/>
                </a:solidFill>
                <a:latin typeface="Courier"/>
              </a:rPr>
              <a:t>&gt;</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Proxy Service</a:t>
            </a:r>
          </a:p>
          <a:p>
            <a:pPr lvl="0" indent="0" marL="0">
              <a:buNone/>
            </a:pPr>
            <a:r>
              <a:rPr/>
              <a:t>With the proxy service, the source description of the diagram can be fetched by the PlantUML Server from a remote document.</a:t>
            </a:r>
          </a:p>
          <a:p>
            <a:pPr lvl="0" indent="0" marL="0">
              <a:buNone/>
            </a:pPr>
            <a:r>
              <a:rPr/>
              <a:t>The proxy service uses the following URL scheme: </a:t>
            </a:r>
            <a:r>
              <a:rPr>
                <a:latin typeface="Courier"/>
              </a:rPr>
              <a:t>/plantuml/proxy?src=RESOURCE&amp;idx=INDEX&amp;fmt=FORMAT</a:t>
            </a:r>
          </a:p>
          <a:p>
            <a:pPr lvl="0"/>
            <a:r>
              <a:rPr/>
              <a:t>RESOURCE is the complete URL of the document which contains the diagram description (with the </a:t>
            </a:r>
            <a:r>
              <a:rPr>
                <a:latin typeface="Courier"/>
              </a:rPr>
              <a:t>@startxxx</a:t>
            </a:r>
            <a:r>
              <a:rPr/>
              <a:t> and </a:t>
            </a:r>
            <a:r>
              <a:rPr>
                <a:latin typeface="Courier"/>
              </a:rPr>
              <a:t>@endxxx</a:t>
            </a:r>
            <a:r>
              <a:rPr/>
              <a:t> tags), it could be a </a:t>
            </a:r>
            <a:r>
              <a:rPr>
                <a:latin typeface="Courier"/>
              </a:rPr>
              <a:t>.html</a:t>
            </a:r>
            <a:r>
              <a:rPr/>
              <a:t> or a </a:t>
            </a:r>
            <a:r>
              <a:rPr>
                <a:latin typeface="Courier"/>
              </a:rPr>
              <a:t>.txt</a:t>
            </a:r>
            <a:r>
              <a:rPr/>
              <a:t> file.</a:t>
            </a:r>
          </a:p>
          <a:p>
            <a:pPr lvl="0"/>
            <a:r>
              <a:rPr/>
              <a:t>INDEX is optional, it specifies the occurrence (starting at 0) of the diagram description that will be parsed when there are more than one diagram descriptions in the remote document. It defaults to zero.</a:t>
            </a:r>
          </a:p>
          <a:p>
            <a:pPr lvl="0"/>
            <a:r>
              <a:rPr/>
              <a:t>FORMAT is optional, it specifies the format to return. Supported values are: </a:t>
            </a:r>
            <a:r>
              <a:rPr>
                <a:latin typeface="Courier"/>
              </a:rPr>
              <a:t>png</a:t>
            </a:r>
            <a:r>
              <a:rPr/>
              <a:t>, </a:t>
            </a:r>
            <a:r>
              <a:rPr>
                <a:latin typeface="Courier"/>
              </a:rPr>
              <a:t>svg</a:t>
            </a:r>
            <a:r>
              <a:rPr/>
              <a:t>, </a:t>
            </a:r>
            <a:r>
              <a:rPr>
                <a:latin typeface="Courier"/>
              </a:rPr>
              <a:t>eps</a:t>
            </a:r>
            <a:r>
              <a:rPr/>
              <a:t>, </a:t>
            </a:r>
            <a:r>
              <a:rPr>
                <a:latin typeface="Courier"/>
              </a:rPr>
              <a:t>epstext</a:t>
            </a:r>
            <a:r>
              <a:rPr/>
              <a:t> and </a:t>
            </a:r>
            <a:r>
              <a:rPr>
                <a:latin typeface="Courier"/>
              </a:rPr>
              <a:t>txt</a:t>
            </a:r>
            <a:r>
              <a:rPr/>
              <a:t>. Default is </a:t>
            </a:r>
            <a:r>
              <a:rPr>
                <a:latin typeface="Courier"/>
              </a:rPr>
              <a:t>png</a:t>
            </a:r>
            <a:r>
              <a:rPr/>
              <a:t>,</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Proxy Service</a:t>
            </a:r>
          </a:p>
          <a:p>
            <a:pPr lvl="0" indent="0" marL="0">
              <a:buNone/>
            </a:pPr>
            <a:r>
              <a:rPr/>
              <a:t>For example, try this link: http://www.plantuml.com/plantuml/proxy?src=https://raw.github.com/plantuml/plantuml-server/master/src/main/webapp/resource/test2diagrams.txt</a:t>
            </a:r>
          </a:p>
          <a:p>
            <a:pPr lvl="0" indent="0" marL="1270000">
              <a:buNone/>
            </a:pPr>
            <a:r>
              <a:rPr sz="2000"/>
              <a:t>Note that the address of the remote document is specified as a parameter, so it is not necessary to </a:t>
            </a:r>
            <a:r>
              <a:rPr sz="2000">
                <a:hlinkClick r:id="rId2"/>
              </a:rPr>
              <a:t>URL encode</a:t>
            </a:r>
            <a:r>
              <a:rPr sz="2000"/>
              <a:t> the URL.</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a:r>
              <a:rPr/>
              <a:t>Checkout Integrations</a:t>
            </a:r>
          </a:p>
          <a:p>
            <a:pPr lvl="1"/>
            <a:r>
              <a:rPr/>
              <a:t>https://plantuml.com/running</a:t>
            </a:r>
          </a:p>
          <a:p>
            <a:pPr lvl="2"/>
            <a:r>
              <a:rPr/>
              <a:t>Wikis and Forums</a:t>
            </a:r>
          </a:p>
          <a:p>
            <a:pPr lvl="2"/>
            <a:r>
              <a:rPr/>
              <a:t>Text editors and IDE</a:t>
            </a:r>
          </a:p>
          <a:p>
            <a:pPr lvl="2"/>
            <a:r>
              <a:rPr/>
              <a:t>Programming language</a:t>
            </a:r>
          </a:p>
          <a:p>
            <a:pPr lvl="2"/>
            <a:r>
              <a:rPr/>
              <a:t>Generated Documentation</a:t>
            </a:r>
          </a:p>
          <a:p>
            <a:pPr lvl="2"/>
            <a:r>
              <a:rPr/>
              <a:t>Online Editors</a:t>
            </a:r>
          </a:p>
          <a:p>
            <a:pPr lvl="2"/>
            <a:r>
              <a:rPr/>
              <a:t>Other services</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PlantUML Setup &amp; Online Usage</a:t>
            </a:r>
          </a:p>
          <a:p>
            <a:pPr lvl="0"/>
            <a:r>
              <a:rPr/>
              <a:t>PlantUML can be installed via JAR download or package managers (e.g., Chocolatey)</a:t>
            </a:r>
          </a:p>
          <a:p>
            <a:pPr lvl="0"/>
            <a:r>
              <a:rPr/>
              <a:t>Always verify installation with version check before starting</a:t>
            </a:r>
          </a:p>
          <a:p>
            <a:pPr lvl="0"/>
            <a:r>
              <a:rPr/>
              <a:t>Online server (plantuml.com/plantuml) allows quick diagram generation without installation</a:t>
            </a:r>
          </a:p>
          <a:p>
            <a:pPr lvl="0"/>
            <a:r>
              <a:rPr/>
              <a:t>Online usage is great for quick prototyping; offline is better for production workflows</a:t>
            </a:r>
          </a:p>
          <a:p>
            <a:pPr lvl="0"/>
            <a:r>
              <a:rPr/>
              <a:t>PlantUML requires Java Runtime Environment (JRE) to run locally</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C: PlantUML Offline Usage</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PlantUML PicoWeb Server (Lightweight Local Server)</a:t>
            </a:r>
          </a:p>
          <a:p>
            <a:pPr lvl="0"/>
            <a:r>
              <a:rPr/>
              <a:t>PlantUML Server (Full JEE Web Application)</a:t>
            </a:r>
          </a:p>
          <a:p>
            <a:pPr lvl="0"/>
            <a:r>
              <a:rPr/>
              <a:t>Command Line Usage</a:t>
            </a:r>
          </a:p>
          <a:p>
            <a:pPr lvl="0"/>
            <a:r>
              <a:rPr/>
              <a:t>Local Rendering and Batch Processing</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How to use it offline?</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PlantUML PicoWeb Server</a:t>
            </a:r>
          </a:p>
          <a:p>
            <a:pPr lvl="0"/>
            <a:r>
              <a:rPr/>
              <a:t>https://plantuml.com/picoweb</a:t>
            </a:r>
          </a:p>
          <a:p>
            <a:pPr lvl="0"/>
            <a:r>
              <a:rPr/>
              <a:t>Many plugins take advantage of the online web server to generate images.</a:t>
            </a:r>
          </a:p>
          <a:p>
            <a:pPr lvl="0"/>
            <a:r>
              <a:rPr/>
              <a:t>For some reasons (security, performance…) you may need to use your own local server instead. This is possible thanks to the PlantUML Server which is available here.</a:t>
            </a:r>
          </a:p>
          <a:p>
            <a:pPr lvl="0"/>
            <a:r>
              <a:rPr/>
              <a:t>However, installing and configuring a full webserver may be too complex for some users so we have decided to integrate a tiny webserver inside plantuml.jar.</a:t>
            </a:r>
          </a:p>
          <a:p>
            <a:pPr lvl="0"/>
            <a:r>
              <a:rPr/>
              <a:t>This means that you only need a Java Runtime Environment and plantuml.jar to run this very simple web server.</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PlantUML PicoWeb Server</a:t>
            </a:r>
          </a:p>
          <a:p>
            <a:pPr lvl="0"/>
            <a:r>
              <a:rPr/>
              <a:t>https://plantuml.com/picoweb</a:t>
            </a:r>
          </a:p>
          <a:p>
            <a:pPr lvl="0"/>
            <a:r>
              <a:rPr/>
              <a:t>Running the server</a:t>
            </a:r>
          </a:p>
          <a:p>
            <a:pPr lvl="1"/>
            <a:r>
              <a:rPr/>
              <a:t>Running the server is pretty simple. You just have to launch:</a:t>
            </a:r>
          </a:p>
          <a:p>
            <a:pPr lvl="0" indent="0">
              <a:buNone/>
            </a:pPr>
            <a:r>
              <a:rPr>
                <a:latin typeface="Courier"/>
              </a:rPr>
              <a:t>java </a:t>
            </a:r>
            <a:r>
              <a:rPr>
                <a:solidFill>
                  <a:srgbClr val="7D9029"/>
                </a:solidFill>
                <a:latin typeface="Courier"/>
              </a:rPr>
              <a:t>-jar</a:t>
            </a:r>
            <a:r>
              <a:rPr>
                <a:latin typeface="Courier"/>
              </a:rPr>
              <a:t> plantuml.jar </a:t>
            </a:r>
            <a:r>
              <a:rPr>
                <a:solidFill>
                  <a:srgbClr val="7D9029"/>
                </a:solidFill>
                <a:latin typeface="Courier"/>
              </a:rPr>
              <a:t>-picoweb</a:t>
            </a:r>
          </a:p>
          <a:p>
            <a:pPr lvl="0"/>
            <a:r>
              <a:rPr/>
              <a:t>Attention: By default, the server listens on all interfaces on port 8080.</a:t>
            </a:r>
          </a:p>
          <a:p>
            <a:pPr lvl="0"/>
            <a:r>
              <a:rPr/>
              <a:t>To change the default behavior, you can specify a colon separated port (still listening on all interfaces) or, both, a port and a bind address:</a:t>
            </a:r>
          </a:p>
          <a:p>
            <a:pPr lvl="1" indent="0">
              <a:buNone/>
            </a:pPr>
            <a:r>
              <a:rPr>
                <a:latin typeface="Courier"/>
              </a:rPr>
              <a:t>java </a:t>
            </a:r>
            <a:r>
              <a:rPr>
                <a:solidFill>
                  <a:srgbClr val="7D9029"/>
                </a:solidFill>
                <a:latin typeface="Courier"/>
              </a:rPr>
              <a:t>-jar</a:t>
            </a:r>
            <a:r>
              <a:rPr>
                <a:latin typeface="Courier"/>
              </a:rPr>
              <a:t> plantuml.jar </a:t>
            </a:r>
            <a:r>
              <a:rPr>
                <a:solidFill>
                  <a:srgbClr val="7D9029"/>
                </a:solidFill>
                <a:latin typeface="Courier"/>
              </a:rPr>
              <a:t>-picoweb:8000</a:t>
            </a:r>
            <a:br/>
            <a:r>
              <a:rPr>
                <a:latin typeface="Courier"/>
              </a:rPr>
              <a:t>java </a:t>
            </a:r>
            <a:r>
              <a:rPr>
                <a:solidFill>
                  <a:srgbClr val="7D9029"/>
                </a:solidFill>
                <a:latin typeface="Courier"/>
              </a:rPr>
              <a:t>-jar</a:t>
            </a:r>
            <a:r>
              <a:rPr>
                <a:latin typeface="Courier"/>
              </a:rPr>
              <a:t> plantuml.jar </a:t>
            </a:r>
            <a:r>
              <a:rPr>
                <a:solidFill>
                  <a:srgbClr val="7D9029"/>
                </a:solidFill>
                <a:latin typeface="Courier"/>
              </a:rPr>
              <a:t>-picoweb:8000:127.0.0.1</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PlantUML PicoWeb Server</a:t>
            </a:r>
          </a:p>
          <a:p>
            <a:pPr lvl="0"/>
            <a:r>
              <a:rPr/>
              <a:t>https://plantuml.com/picoweb</a:t>
            </a:r>
          </a:p>
          <a:p>
            <a:pPr lvl="0"/>
            <a:r>
              <a:rPr/>
              <a:t>Running the server</a:t>
            </a:r>
          </a:p>
          <a:p>
            <a:pPr lvl="1"/>
            <a:r>
              <a:rPr/>
              <a:t>The server is really basic. It only understands GET requests with following patterns:</a:t>
            </a:r>
          </a:p>
          <a:p>
            <a:pPr lvl="0" indent="0">
              <a:buNone/>
            </a:pPr>
            <a:r>
              <a:rPr>
                <a:latin typeface="Courier"/>
              </a:rPr>
              <a:t>/plantuml/png/xyz....
/plantuml/svg/xyz....</a:t>
            </a:r>
          </a:p>
          <a:p>
            <a:pPr lvl="0"/>
            <a:r>
              <a:rPr/>
              <a:t>The server will return a PNG or SVG image.</a:t>
            </a:r>
          </a:p>
          <a:p>
            <a:pPr lvl="0"/>
            <a:r>
              <a:rPr/>
              <a:t>The server will return a 404 error if the request is not understood.</a:t>
            </a:r>
          </a:p>
          <a:p>
            <a:pPr lvl="0"/>
            <a:r>
              <a:rPr/>
              <a:t>The server will return a 500 error if the image cannot be generated.</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PlantUML PicoWeb Server</a:t>
            </a:r>
          </a:p>
          <a:p>
            <a:pPr lvl="0"/>
            <a:r>
              <a:rPr/>
              <a:t>Those GET requests are used by various PlantUML plugins. Once you have launched your server, you can simply test it. With any web browser, you just have to point to: http://127.0.0.1:8080.</a:t>
            </a:r>
          </a:p>
          <a:p>
            <a:pPr lvl="0"/>
            <a:r>
              <a:rPr/>
              <a:t>This way, you can very easily use any plugins which need some PlantUML HTTP server without the official online server.</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PlantUML Server</a:t>
            </a:r>
          </a:p>
          <a:p>
            <a:pPr lvl="0"/>
            <a:r>
              <a:rPr/>
              <a:t>You can use PlantUML using the online web service to generate images on-the-fly. A online demonstration is available at http://www.plantuml.com/plantuml, but you can also install it on your own JEE web application server.</a:t>
            </a:r>
          </a:p>
          <a:p>
            <a:pPr lvl="0"/>
            <a:r>
              <a:rPr b="1"/>
              <a:t>Full featured server is available here:</a:t>
            </a:r>
          </a:p>
          <a:p>
            <a:pPr lvl="1"/>
            <a:r>
              <a:rPr/>
              <a:t>https://plantuml.com/server</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PlantUML Server</a:t>
            </a:r>
          </a:p>
          <a:p>
            <a:pPr lvl="0"/>
            <a:r>
              <a:rPr/>
              <a:t>To install PlantUML Server on your own JEE 5 web server,</a:t>
            </a:r>
          </a:p>
          <a:p>
            <a:pPr lvl="1"/>
            <a:r>
              <a:rPr/>
              <a:t>download the plantuml.war file and copy it on the webapp folder of your server.</a:t>
            </a:r>
          </a:p>
          <a:p>
            <a:pPr lvl="0"/>
            <a:r>
              <a:rPr/>
              <a:t>Because of the transition from javax.* to jakarta.*, the PlantUML Server does not work on Tomcat 6/7/8/9 anymore. You have to use Tomcat 10.</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a:r>
              <a:rPr/>
              <a:t>Download and install Java Runtime Environment (JRE) or Java Development Kit (JDK) with JRE.</a:t>
            </a:r>
          </a:p>
          <a:p>
            <a:pPr lvl="0"/>
            <a:r>
              <a:rPr/>
              <a:t>Download jar file from https://plantuml.com/download</a:t>
            </a:r>
          </a:p>
          <a:p>
            <a:pPr lvl="0"/>
            <a:r>
              <a:rPr/>
              <a:t>Select Latest version plantuml.jar with graphviz support.</a:t>
            </a:r>
          </a:p>
          <a:p>
            <a:pPr lvl="0"/>
            <a:r>
              <a:rPr/>
              <a:t>Prepare a batch file to launch on your computer as follow in the same folder with plantuml.jar</a:t>
            </a:r>
          </a:p>
          <a:p>
            <a:pPr lvl="0"/>
            <a:r>
              <a:rPr/>
              <a:t>for PNG image output run </a:t>
            </a:r>
            <a:r>
              <a:rPr b="1"/>
              <a:t>run_plantuml_for_png_export.bat</a:t>
            </a:r>
          </a:p>
          <a:p>
            <a:pPr lvl="1" indent="0">
              <a:buNone/>
            </a:pPr>
            <a:r>
              <a:rPr>
                <a:latin typeface="Courier"/>
              </a:rPr>
              <a:t>java </a:t>
            </a:r>
            <a:r>
              <a:rPr>
                <a:solidFill>
                  <a:srgbClr val="7D9029"/>
                </a:solidFill>
                <a:latin typeface="Courier"/>
              </a:rPr>
              <a:t>-DPLANTUML_LIMIT_SIZE</a:t>
            </a:r>
            <a:r>
              <a:rPr>
                <a:solidFill>
                  <a:srgbClr val="666666"/>
                </a:solidFill>
                <a:latin typeface="Courier"/>
              </a:rPr>
              <a:t>=</a:t>
            </a:r>
            <a:r>
              <a:rPr>
                <a:latin typeface="Courier"/>
              </a:rPr>
              <a:t>8192 </a:t>
            </a:r>
            <a:r>
              <a:rPr>
                <a:solidFill>
                  <a:srgbClr val="7D9029"/>
                </a:solidFill>
                <a:latin typeface="Courier"/>
              </a:rPr>
              <a:t>-jar</a:t>
            </a:r>
            <a:r>
              <a:rPr>
                <a:latin typeface="Courier"/>
              </a:rPr>
              <a:t> </a:t>
            </a:r>
            <a:r>
              <a:rPr>
                <a:solidFill>
                  <a:srgbClr val="4070A0"/>
                </a:solidFill>
                <a:latin typeface="Courier"/>
              </a:rPr>
              <a:t>"plantuml.jar"</a:t>
            </a:r>
            <a:r>
              <a:rPr>
                <a:latin typeface="Courier"/>
              </a:rPr>
              <a:t> </a:t>
            </a:r>
            <a:r>
              <a:rPr>
                <a:solidFill>
                  <a:srgbClr val="7D9029"/>
                </a:solidFill>
                <a:latin typeface="Courier"/>
              </a:rPr>
              <a:t>-v</a:t>
            </a:r>
            <a:r>
              <a:rPr>
                <a:latin typeface="Courier"/>
              </a:rPr>
              <a:t> </a:t>
            </a:r>
            <a:r>
              <a:rPr>
                <a:solidFill>
                  <a:srgbClr val="4070A0"/>
                </a:solidFill>
                <a:latin typeface="Courier"/>
              </a:rPr>
              <a:t>"./**.(puml)"</a:t>
            </a:r>
          </a:p>
          <a:p>
            <a:pPr lvl="0"/>
            <a:r>
              <a:rPr/>
              <a:t>for SVG output run </a:t>
            </a:r>
            <a:r>
              <a:rPr b="1"/>
              <a:t>run_plantuml_for_svg_export.bat</a:t>
            </a:r>
          </a:p>
          <a:p>
            <a:pPr lvl="1" indent="0">
              <a:buNone/>
            </a:pPr>
            <a:r>
              <a:rPr>
                <a:latin typeface="Courier"/>
              </a:rPr>
              <a:t>java </a:t>
            </a:r>
            <a:r>
              <a:rPr>
                <a:solidFill>
                  <a:srgbClr val="7D9029"/>
                </a:solidFill>
                <a:latin typeface="Courier"/>
              </a:rPr>
              <a:t>-DPLANTUML_LIMIT_SIZE</a:t>
            </a:r>
            <a:r>
              <a:rPr>
                <a:solidFill>
                  <a:srgbClr val="666666"/>
                </a:solidFill>
                <a:latin typeface="Courier"/>
              </a:rPr>
              <a:t>=</a:t>
            </a:r>
            <a:r>
              <a:rPr>
                <a:latin typeface="Courier"/>
              </a:rPr>
              <a:t>8192 </a:t>
            </a:r>
            <a:r>
              <a:rPr>
                <a:solidFill>
                  <a:srgbClr val="7D9029"/>
                </a:solidFill>
                <a:latin typeface="Courier"/>
              </a:rPr>
              <a:t>-jar</a:t>
            </a:r>
            <a:r>
              <a:rPr>
                <a:latin typeface="Courier"/>
              </a:rPr>
              <a:t> </a:t>
            </a:r>
            <a:r>
              <a:rPr>
                <a:solidFill>
                  <a:srgbClr val="4070A0"/>
                </a:solidFill>
                <a:latin typeface="Courier"/>
              </a:rPr>
              <a:t>"plantuml.jar"</a:t>
            </a:r>
            <a:r>
              <a:rPr>
                <a:latin typeface="Courier"/>
              </a:rPr>
              <a:t> </a:t>
            </a:r>
            <a:r>
              <a:rPr>
                <a:solidFill>
                  <a:srgbClr val="7D9029"/>
                </a:solidFill>
                <a:latin typeface="Courier"/>
              </a:rPr>
              <a:t>-svg</a:t>
            </a:r>
            <a:r>
              <a:rPr>
                <a:latin typeface="Courier"/>
              </a:rPr>
              <a:t> </a:t>
            </a:r>
            <a:r>
              <a:rPr>
                <a:solidFill>
                  <a:srgbClr val="7D9029"/>
                </a:solidFill>
                <a:latin typeface="Courier"/>
              </a:rPr>
              <a:t>-v</a:t>
            </a:r>
            <a:r>
              <a:rPr>
                <a:latin typeface="Courier"/>
              </a:rPr>
              <a:t> </a:t>
            </a:r>
            <a:r>
              <a:rPr>
                <a:solidFill>
                  <a:srgbClr val="4070A0"/>
                </a:solidFill>
                <a:latin typeface="Courier"/>
              </a:rPr>
              <a:t>"./**.(puml)"</a:t>
            </a:r>
          </a:p>
          <a:p>
            <a:pPr lvl="0"/>
            <a:r>
              <a:rPr/>
              <a:t>This scripts are look for folders and find *.puml files and generate PNG or SVG images.</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a:r>
              <a:rPr/>
              <a:t>Other options</a:t>
            </a:r>
          </a:p>
          <a:p>
            <a:pPr lvl="0" indent="0" marL="0">
              <a:buNone/>
            </a:pPr>
            <a:r>
              <a:rPr/>
              <a:t>The most basic way to run it is:</a:t>
            </a:r>
          </a:p>
          <a:p>
            <a:pPr lvl="0" indent="0">
              <a:buNone/>
            </a:pPr>
            <a:r>
              <a:rPr>
                <a:latin typeface="Courier"/>
              </a:rPr>
              <a:t>java </a:t>
            </a:r>
            <a:r>
              <a:rPr>
                <a:solidFill>
                  <a:srgbClr val="7D9029"/>
                </a:solidFill>
                <a:latin typeface="Courier"/>
              </a:rPr>
              <a:t>-jar</a:t>
            </a:r>
            <a:r>
              <a:rPr>
                <a:latin typeface="Courier"/>
              </a:rPr>
              <a:t> plantuml.jar file1 file2 file3</a:t>
            </a:r>
          </a:p>
          <a:p>
            <a:pPr lvl="0" indent="0" marL="0">
              <a:buNone/>
            </a:pPr>
            <a:r>
              <a:rPr/>
              <a:t>This will look for </a:t>
            </a:r>
            <a:r>
              <a:rPr>
                <a:latin typeface="Courier"/>
              </a:rPr>
              <a:t>@startXYZ</a:t>
            </a:r>
            <a:r>
              <a:rPr/>
              <a:t> into </a:t>
            </a:r>
            <a:r>
              <a:rPr>
                <a:latin typeface="Courier"/>
              </a:rPr>
              <a:t>file1</a:t>
            </a:r>
            <a:r>
              <a:rPr/>
              <a:t>, </a:t>
            </a:r>
            <a:r>
              <a:rPr>
                <a:latin typeface="Courier"/>
              </a:rPr>
              <a:t>file2</a:t>
            </a:r>
            <a:r>
              <a:rPr/>
              <a:t> and </a:t>
            </a:r>
            <a:r>
              <a:rPr>
                <a:latin typeface="Courier"/>
              </a:rPr>
              <a:t>file3</a:t>
            </a:r>
            <a:r>
              <a:rPr/>
              <a:t>. For each diagram, a </a:t>
            </a:r>
            <a:r>
              <a:rPr>
                <a:latin typeface="Courier"/>
              </a:rPr>
              <a:t>.png</a:t>
            </a:r>
            <a:r>
              <a:rPr/>
              <a:t> file will be created.</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buNone/>
            </a:pPr>
            <a:r>
              <a:rPr/>
              <a:t>For processing a whole directory, you can use:</a:t>
            </a:r>
          </a:p>
          <a:p>
            <a:pPr lvl="0" indent="0">
              <a:buNone/>
            </a:pPr>
            <a:r>
              <a:rPr>
                <a:latin typeface="Courier"/>
              </a:rPr>
              <a:t>java -jar plantuml.jar "c:/directory1" "c:/directory2"</a:t>
            </a:r>
          </a:p>
          <a:p>
            <a:pPr lvl="0" indent="0" marL="0">
              <a:buNone/>
            </a:pPr>
            <a:r>
              <a:rPr/>
              <a:t>This command will search for </a:t>
            </a:r>
            <a:r>
              <a:rPr>
                <a:latin typeface="Courier"/>
              </a:rPr>
              <a:t>@startXYZ</a:t>
            </a:r>
            <a:r>
              <a:rPr/>
              <a:t> and </a:t>
            </a:r>
            <a:r>
              <a:rPr>
                <a:latin typeface="Courier"/>
              </a:rPr>
              <a:t>@endXYZ</a:t>
            </a:r>
            <a:r>
              <a:rPr/>
              <a:t> into </a:t>
            </a:r>
            <a:r>
              <a:rPr>
                <a:latin typeface="Courier"/>
              </a:rPr>
              <a:t>.txt</a:t>
            </a:r>
            <a:r>
              <a:rPr/>
              <a:t>, </a:t>
            </a:r>
            <a:r>
              <a:rPr>
                <a:latin typeface="Courier"/>
              </a:rPr>
              <a:t>.tex</a:t>
            </a:r>
            <a:r>
              <a:rPr/>
              <a:t>, </a:t>
            </a:r>
            <a:r>
              <a:rPr>
                <a:latin typeface="Courier"/>
              </a:rPr>
              <a:t>.java</a:t>
            </a:r>
            <a:r>
              <a:rPr/>
              <a:t>, </a:t>
            </a:r>
            <a:r>
              <a:rPr>
                <a:latin typeface="Courier"/>
              </a:rPr>
              <a:t>.htm</a:t>
            </a:r>
            <a:r>
              <a:rPr/>
              <a:t>, </a:t>
            </a:r>
            <a:r>
              <a:rPr>
                <a:latin typeface="Courier"/>
              </a:rPr>
              <a:t>.html</a:t>
            </a:r>
            <a:r>
              <a:rPr/>
              <a:t>, </a:t>
            </a:r>
            <a:r>
              <a:rPr>
                <a:latin typeface="Courier"/>
              </a:rPr>
              <a:t>.c</a:t>
            </a:r>
            <a:r>
              <a:rPr/>
              <a:t>, </a:t>
            </a:r>
            <a:r>
              <a:rPr>
                <a:latin typeface="Courier"/>
              </a:rPr>
              <a:t>.h</a:t>
            </a:r>
            <a:r>
              <a:rPr/>
              <a:t>, </a:t>
            </a:r>
            <a:r>
              <a:rPr>
                <a:latin typeface="Courier"/>
              </a:rPr>
              <a:t>.cpp</a:t>
            </a:r>
            <a:r>
              <a:rPr/>
              <a:t>, </a:t>
            </a:r>
            <a:r>
              <a:rPr>
                <a:latin typeface="Courier"/>
              </a:rPr>
              <a:t>.apt</a:t>
            </a:r>
            <a:r>
              <a:rPr/>
              <a:t>, </a:t>
            </a:r>
            <a:r>
              <a:rPr>
                <a:latin typeface="Courier"/>
              </a:rPr>
              <a:t>.pu</a:t>
            </a:r>
            <a:r>
              <a:rPr/>
              <a:t>, </a:t>
            </a:r>
            <a:r>
              <a:rPr>
                <a:latin typeface="Courier"/>
              </a:rPr>
              <a:t>.puml</a:t>
            </a:r>
            <a:r>
              <a:rPr/>
              <a:t>, </a:t>
            </a:r>
            <a:r>
              <a:rPr>
                <a:latin typeface="Courier"/>
              </a:rPr>
              <a:t>.hpp</a:t>
            </a:r>
            <a:r>
              <a:rPr/>
              <a:t>, </a:t>
            </a:r>
            <a:r>
              <a:rPr>
                <a:latin typeface="Courier"/>
              </a:rPr>
              <a:t>.hh</a:t>
            </a:r>
            <a:r>
              <a:rPr/>
              <a:t> or </a:t>
            </a:r>
            <a:r>
              <a:rPr>
                <a:latin typeface="Courier"/>
              </a:rPr>
              <a:t>.md</a:t>
            </a:r>
            <a:r>
              <a:rPr/>
              <a:t> files of the </a:t>
            </a:r>
            <a:r>
              <a:rPr>
                <a:latin typeface="Courier"/>
              </a:rPr>
              <a:t>c:/directory1</a:t>
            </a:r>
            <a:r>
              <a:rPr/>
              <a:t> and </a:t>
            </a:r>
            <a:r>
              <a:rPr>
                <a:latin typeface="Courier"/>
              </a:rPr>
              <a:t>c:/directory2</a:t>
            </a:r>
            <a:r>
              <a:rPr/>
              <a:t> directories.</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Configuration File</a:t>
            </a:r>
          </a:p>
          <a:p>
            <a:pPr lvl="0"/>
            <a:r>
              <a:rPr/>
              <a:t>You can also provide a configuration file which will be included before each diagram:</a:t>
            </a:r>
          </a:p>
          <a:p>
            <a:pPr lvl="0" indent="0">
              <a:buNone/>
            </a:pPr>
            <a:r>
              <a:rPr>
                <a:latin typeface="Courier"/>
              </a:rPr>
              <a:t>java -jar plantuml.jar -config "./config.cfg" dir1</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Configuration File</a:t>
            </a:r>
          </a:p>
          <a:p>
            <a:pPr lvl="0"/>
            <a:r>
              <a:rPr/>
              <a:t>Suppose you have the two following files:</a:t>
            </a:r>
          </a:p>
          <a:p>
            <a:pPr lvl="0" indent="0" marL="0">
              <a:buNone/>
            </a:pPr>
            <a:r>
              <a:rPr b="1"/>
              <a:t>test1.txt:</a:t>
            </a:r>
          </a:p>
          <a:p>
            <a:pPr lvl="0" indent="0">
              <a:buNone/>
            </a:pPr>
            <a:r>
              <a:rPr>
                <a:latin typeface="Courier"/>
              </a:rPr>
              <a:t>@startuml
Alice-&gt;Bob : hello
@enduml</a:t>
            </a:r>
          </a:p>
          <a:p>
            <a:pPr lvl="0" indent="0" marL="0">
              <a:buNone/>
            </a:pPr>
            <a:r>
              <a:rPr b="1"/>
              <a:t>config.txt:</a:t>
            </a:r>
          </a:p>
          <a:p>
            <a:pPr lvl="0" indent="0">
              <a:buNone/>
            </a:pPr>
            <a:r>
              <a:rPr>
                <a:latin typeface="Courier"/>
              </a:rPr>
              <a:t>skinparam handwritten true</a:t>
            </a:r>
          </a:p>
          <a:p>
            <a:pPr lvl="0"/>
            <a:r>
              <a:rPr/>
              <a:t>If you launch the following command:</a:t>
            </a:r>
          </a:p>
          <a:p>
            <a:pPr lvl="0" indent="0">
              <a:buNone/>
            </a:pPr>
            <a:r>
              <a:rPr>
                <a:latin typeface="Courier"/>
              </a:rPr>
              <a:t>java -jar plantuml.jar -config config.txt test1.txt</a:t>
            </a:r>
          </a:p>
          <a:p>
            <a:pPr lvl="0"/>
            <a:r>
              <a:rPr/>
              <a:t>File </a:t>
            </a:r>
            <a:r>
              <a:rPr>
                <a:latin typeface="Courier"/>
              </a:rPr>
              <a:t>config.txt</a:t>
            </a:r>
            <a:r>
              <a:rPr/>
              <a:t> is automatically included at the very beginning of the diagram.</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Metadata</a:t>
            </a:r>
          </a:p>
          <a:p>
            <a:pPr lvl="0"/>
            <a:r>
              <a:rPr/>
              <a:t>PlantUML saves the diagram’s source code in the generated PNG Metadata in the form of </a:t>
            </a:r>
            <a:r>
              <a:rPr>
                <a:hlinkClick r:id="rId2"/>
              </a:rPr>
              <a:t>encoded text</a:t>
            </a:r>
            <a:r>
              <a:rPr/>
              <a:t>.</a:t>
            </a:r>
          </a:p>
          <a:p>
            <a:pPr lvl="0"/>
            <a:r>
              <a:rPr/>
              <a:t>So it is possible to retrieve this source by using the query parameter </a:t>
            </a:r>
            <a:r>
              <a:rPr>
                <a:latin typeface="Courier"/>
              </a:rPr>
              <a:t>metadata</a:t>
            </a:r>
            <a:r>
              <a:rPr/>
              <a:t>, giving it some image URL.</a:t>
            </a:r>
          </a:p>
          <a:p>
            <a:pPr lvl="0"/>
            <a:r>
              <a:rPr/>
              <a:t>For example, if you want to retrieve the diagram source of the image </a:t>
            </a:r>
            <a:r>
              <a:rPr>
                <a:latin typeface="Courier"/>
              </a:rPr>
              <a:t>http://i.stack.imgur.com/HJvKF.png</a:t>
            </a:r>
            <a:r>
              <a:rPr/>
              <a:t> use the following server request: </a:t>
            </a:r>
          </a:p>
          <a:p>
            <a:pPr lvl="1"/>
            <a:r>
              <a:rPr>
                <a:latin typeface="Courier"/>
              </a:rPr>
              <a:t>http://www.plantuml.com/plantuml/?metadata=http://i.stack.imgur.com/HJvKF.png</a:t>
            </a:r>
            <a:r>
              <a:rPr/>
              <a:t>.</a:t>
            </a:r>
          </a:p>
          <a:p>
            <a:pPr lvl="0"/>
            <a:r>
              <a:rPr/>
              <a:t>Sounds like magic! No, merely clever engineering :-)</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Metadata</a:t>
            </a:r>
          </a:p>
          <a:p>
            <a:pPr lvl="0" indent="0" marL="0">
              <a:buNone/>
            </a:pPr>
            <a:r>
              <a:rPr/>
              <a:t>After all preprocessing (includes etc), PlantUML saves the diagram’s source code in the generated PNG Metadata in the form of </a:t>
            </a:r>
            <a:r>
              <a:rPr>
                <a:hlinkClick r:id="rId2"/>
              </a:rPr>
              <a:t>encoded text</a:t>
            </a:r>
            <a:r>
              <a:rPr/>
              <a:t>.</a:t>
            </a:r>
          </a:p>
          <a:p>
            <a:pPr lvl="0"/>
            <a:r>
              <a:rPr/>
              <a:t>If you does not want plantuml to save the diagram’s source code in the generated PNG Metadata, you can during generation use the option </a:t>
            </a:r>
            <a:r>
              <a:rPr>
                <a:latin typeface="Courier"/>
              </a:rPr>
              <a:t>-nometadata</a:t>
            </a:r>
            <a:r>
              <a:rPr/>
              <a:t> to disable this functionality (To NOT export metadata in PNG/SVG generated files).</a:t>
            </a:r>
          </a:p>
          <a:p>
            <a:pPr lvl="0"/>
            <a:r>
              <a:rPr/>
              <a:t>It is possible to retrieve this source with the </a:t>
            </a:r>
            <a:r>
              <a:rPr>
                <a:latin typeface="Courier"/>
              </a:rPr>
              <a:t>-metadata</a:t>
            </a:r>
            <a:r>
              <a:rPr/>
              <a:t> option. This means that the PNG is almost “editable”: you can post it on a corporate wiki where you cannot install plugins, and someone in the future can update the diagram by getting the metadata, editing and re-uploading again. Also, the diagram is stand-alone.</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Metadata</a:t>
            </a:r>
          </a:p>
          <a:p>
            <a:pPr lvl="0"/>
            <a:r>
              <a:rPr/>
              <a:t>Conversely, the </a:t>
            </a:r>
            <a:r>
              <a:rPr>
                <a:latin typeface="Courier"/>
              </a:rPr>
              <a:t>-checkmetadata</a:t>
            </a:r>
            <a:r>
              <a:rPr/>
              <a:t> option checks whether the target PNG has the same source and if there are no changes, doesn’t regenerate the PNG, thus saving all processing time. This allows you to run PlantUML on a whole folder (or tree with the </a:t>
            </a:r>
            <a:r>
              <a:rPr>
                <a:latin typeface="Courier"/>
              </a:rPr>
              <a:t>-recursive</a:t>
            </a:r>
            <a:r>
              <a:rPr/>
              <a:t> option) incrementally.</a:t>
            </a:r>
          </a:p>
          <a:p>
            <a:pPr lvl="0" indent="0" marL="0">
              <a:buNone/>
            </a:pPr>
            <a:r>
              <a:rPr/>
              <a:t>Sounds like magic! No, merely clever engineering :-)</a:t>
            </a:r>
          </a:p>
          <a:p>
            <a:pPr lvl="0" indent="0" marL="0">
              <a:buNone/>
            </a:pPr>
            <a:r>
              <a:rPr/>
              <a:t>Example:</a:t>
            </a:r>
          </a:p>
          <a:p>
            <a:pPr lvl="0" indent="0">
              <a:buNone/>
            </a:pPr>
            <a:r>
              <a:rPr>
                <a:latin typeface="Courier"/>
              </a:rPr>
              <a:t>  java -jar plantuml.jar -metadata diagram.png &gt; diagram.puml</a:t>
            </a:r>
          </a:p>
          <a:p>
            <a:pPr lvl="0" indent="0" marL="0">
              <a:buNone/>
            </a:pPr>
            <a:r>
              <a:rPr/>
              <a:t>Unfortunately this option works only with local files. It doesn’t work with </a:t>
            </a:r>
            <a:r>
              <a:rPr>
                <a:latin typeface="Courier"/>
              </a:rPr>
              <a:t>-pipe</a:t>
            </a:r>
            <a:r>
              <a:rPr/>
              <a:t> so you cannot fetch a URL with eg </a:t>
            </a:r>
            <a:r>
              <a:rPr>
                <a:latin typeface="Courier"/>
              </a:rPr>
              <a:t>curl</a:t>
            </a:r>
            <a:r>
              <a:rPr/>
              <a:t> and feed the PNG to PlantUML.</a:t>
            </a:r>
          </a:p>
          <a:p>
            <a:pPr lvl="0" indent="0" marL="0">
              <a:buNone/>
            </a:pPr>
            <a:r>
              <a:rPr/>
              <a:t>However, the Plantuml </a:t>
            </a:r>
            <a:r>
              <a:rPr>
                <a:hlinkClick r:id="rId2"/>
              </a:rPr>
              <a:t>server</a:t>
            </a:r>
            <a:r>
              <a:rPr/>
              <a:t> has a similar feature, where it can get a PNG from a URL and extract its metadata.</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 line</a:t>
            </a:r>
          </a:p>
          <a:p>
            <a:pPr lvl="0" indent="0" marL="0">
              <a:buNone/>
            </a:pPr>
            <a:r>
              <a:rPr/>
              <a:t>You can run PlantUML using the command line. (See </a:t>
            </a:r>
            <a:r>
              <a:rPr>
                <a:hlinkClick r:id="rId2"/>
              </a:rPr>
              <a:t>running</a:t>
            </a:r>
            <a:r>
              <a:rPr/>
              <a:t> for ways to run PlantUML from various other tools and workflows).The most basic way to run it is:</a:t>
            </a:r>
          </a:p>
          <a:p>
            <a:pPr lvl="0" indent="0">
              <a:buNone/>
            </a:pPr>
            <a:r>
              <a:rPr>
                <a:latin typeface="Courier"/>
              </a:rPr>
              <a:t>java -jar plantuml.jar file1 file2 file3</a:t>
            </a:r>
          </a:p>
          <a:p>
            <a:pPr lvl="0" indent="0" marL="0">
              <a:buNone/>
            </a:pPr>
            <a:r>
              <a:rPr/>
              <a:t>This will look for </a:t>
            </a:r>
            <a:r>
              <a:rPr>
                <a:latin typeface="Courier"/>
              </a:rPr>
              <a:t>@startXYZ</a:t>
            </a:r>
            <a:r>
              <a:rPr/>
              <a:t> into </a:t>
            </a:r>
            <a:r>
              <a:rPr>
                <a:latin typeface="Courier"/>
              </a:rPr>
              <a:t>file1</a:t>
            </a:r>
            <a:r>
              <a:rPr/>
              <a:t>, </a:t>
            </a:r>
            <a:r>
              <a:rPr>
                <a:latin typeface="Courier"/>
              </a:rPr>
              <a:t>file2</a:t>
            </a:r>
            <a:r>
              <a:rPr/>
              <a:t> and </a:t>
            </a:r>
            <a:r>
              <a:rPr>
                <a:latin typeface="Courier"/>
              </a:rPr>
              <a:t>file3</a:t>
            </a:r>
            <a:r>
              <a:rPr/>
              <a:t>. For each diagram, a </a:t>
            </a:r>
            <a:r>
              <a:rPr>
                <a:latin typeface="Courier"/>
              </a:rPr>
              <a:t>.png</a:t>
            </a:r>
            <a:r>
              <a:rPr/>
              <a:t> file will be created.For processing a whole directory, you can use:</a:t>
            </a:r>
          </a:p>
          <a:p>
            <a:pPr lvl="0" indent="0">
              <a:buNone/>
            </a:pPr>
            <a:r>
              <a:rPr>
                <a:latin typeface="Courier"/>
              </a:rPr>
              <a:t>java -jar plantuml.jar "c:/directory1" "c:/directory2"</a:t>
            </a:r>
          </a:p>
          <a:p>
            <a:pPr lvl="0" indent="0" marL="0">
              <a:buNone/>
            </a:pPr>
            <a:r>
              <a:rPr/>
              <a:t>This command will search for </a:t>
            </a:r>
            <a:r>
              <a:rPr>
                <a:latin typeface="Courier"/>
              </a:rPr>
              <a:t>@startXYZ</a:t>
            </a:r>
            <a:r>
              <a:rPr/>
              <a:t> and </a:t>
            </a:r>
            <a:r>
              <a:rPr>
                <a:latin typeface="Courier"/>
              </a:rPr>
              <a:t>@endXYZ</a:t>
            </a:r>
            <a:r>
              <a:rPr/>
              <a:t> into </a:t>
            </a:r>
            <a:r>
              <a:rPr>
                <a:latin typeface="Courier"/>
              </a:rPr>
              <a:t>.txt</a:t>
            </a:r>
            <a:r>
              <a:rPr/>
              <a:t>, </a:t>
            </a:r>
            <a:r>
              <a:rPr>
                <a:latin typeface="Courier"/>
              </a:rPr>
              <a:t>.tex</a:t>
            </a:r>
            <a:r>
              <a:rPr/>
              <a:t>, </a:t>
            </a:r>
            <a:r>
              <a:rPr>
                <a:latin typeface="Courier"/>
              </a:rPr>
              <a:t>.java</a:t>
            </a:r>
            <a:r>
              <a:rPr/>
              <a:t>, </a:t>
            </a:r>
            <a:r>
              <a:rPr>
                <a:latin typeface="Courier"/>
              </a:rPr>
              <a:t>.htm</a:t>
            </a:r>
            <a:r>
              <a:rPr/>
              <a:t>, </a:t>
            </a:r>
            <a:r>
              <a:rPr>
                <a:latin typeface="Courier"/>
              </a:rPr>
              <a:t>.html</a:t>
            </a:r>
            <a:r>
              <a:rPr/>
              <a:t>, </a:t>
            </a:r>
            <a:r>
              <a:rPr>
                <a:latin typeface="Courier"/>
              </a:rPr>
              <a:t>.c</a:t>
            </a:r>
            <a:r>
              <a:rPr/>
              <a:t>, </a:t>
            </a:r>
            <a:r>
              <a:rPr>
                <a:latin typeface="Courier"/>
              </a:rPr>
              <a:t>.h</a:t>
            </a:r>
            <a:r>
              <a:rPr/>
              <a:t>, </a:t>
            </a:r>
            <a:r>
              <a:rPr>
                <a:latin typeface="Courier"/>
              </a:rPr>
              <a:t>.cpp</a:t>
            </a:r>
            <a:r>
              <a:rPr/>
              <a:t>, </a:t>
            </a:r>
            <a:r>
              <a:rPr>
                <a:latin typeface="Courier"/>
              </a:rPr>
              <a:t>.apt</a:t>
            </a:r>
            <a:r>
              <a:rPr/>
              <a:t>, </a:t>
            </a:r>
            <a:r>
              <a:rPr>
                <a:latin typeface="Courier"/>
              </a:rPr>
              <a:t>.pu</a:t>
            </a:r>
            <a:r>
              <a:rPr/>
              <a:t>, </a:t>
            </a:r>
            <a:r>
              <a:rPr>
                <a:latin typeface="Courier"/>
              </a:rPr>
              <a:t>.puml</a:t>
            </a:r>
            <a:r>
              <a:rPr/>
              <a:t>, </a:t>
            </a:r>
            <a:r>
              <a:rPr>
                <a:latin typeface="Courier"/>
              </a:rPr>
              <a:t>.hpp</a:t>
            </a:r>
            <a:r>
              <a:rPr/>
              <a:t>, </a:t>
            </a:r>
            <a:r>
              <a:rPr>
                <a:latin typeface="Courier"/>
              </a:rPr>
              <a:t>.hh</a:t>
            </a:r>
            <a:r>
              <a:rPr/>
              <a:t> or </a:t>
            </a:r>
            <a:r>
              <a:rPr>
                <a:latin typeface="Courier"/>
              </a:rPr>
              <a:t>.md</a:t>
            </a:r>
            <a:r>
              <a:rPr/>
              <a:t> files of the </a:t>
            </a:r>
            <a:r>
              <a:rPr>
                <a:latin typeface="Courier"/>
              </a:rPr>
              <a:t>c:/directory1</a:t>
            </a:r>
            <a:r>
              <a:rPr/>
              <a:t> and </a:t>
            </a:r>
            <a:r>
              <a:rPr>
                <a:latin typeface="Courier"/>
              </a:rPr>
              <a:t>c:/directory2</a:t>
            </a:r>
            <a:r>
              <a:rPr/>
              <a:t> directories.</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Wildcards</a:t>
            </a:r>
          </a:p>
          <a:p>
            <a:pPr lvl="0" indent="0" marL="0">
              <a:buNone/>
            </a:pPr>
            <a:r>
              <a:rPr/>
              <a:t>You can also use wildcards :</a:t>
            </a:r>
          </a:p>
          <a:p>
            <a:pPr lvl="0"/>
            <a:r>
              <a:rPr/>
              <a:t>For a single character, use </a:t>
            </a:r>
            <a:r>
              <a:rPr>
                <a:latin typeface="Courier"/>
              </a:rPr>
              <a:t>?</a:t>
            </a:r>
          </a:p>
          <a:p>
            <a:pPr lvl="0"/>
            <a:r>
              <a:rPr/>
              <a:t>For zero or more characters, use </a:t>
            </a:r>
            <a:r>
              <a:rPr>
                <a:latin typeface="Courier"/>
              </a:rPr>
              <a:t>*</a:t>
            </a:r>
          </a:p>
          <a:p>
            <a:pPr lvl="0"/>
            <a:r>
              <a:rPr/>
              <a:t>For zero or more characters, (including </a:t>
            </a:r>
            <a:r>
              <a:rPr>
                <a:latin typeface="Courier"/>
              </a:rPr>
              <a:t>/</a:t>
            </a:r>
            <a:r>
              <a:rPr/>
              <a:t> or </a:t>
            </a:r>
            <a:r>
              <a:rPr>
                <a:latin typeface="Courier"/>
              </a:rPr>
              <a:t>\</a:t>
            </a:r>
            <a:r>
              <a:rPr/>
              <a:t>), use a double </a:t>
            </a:r>
            <a:r>
              <a:rPr>
                <a:latin typeface="Courier"/>
              </a:rPr>
              <a:t>**</a:t>
            </a:r>
          </a:p>
          <a:p>
            <a:pPr lvl="0" indent="0" marL="0">
              <a:buNone/>
            </a:pPr>
            <a:r>
              <a:rPr/>
              <a:t>So to process any </a:t>
            </a:r>
            <a:r>
              <a:rPr>
                <a:latin typeface="Courier"/>
              </a:rPr>
              <a:t>.cpp</a:t>
            </a:r>
            <a:r>
              <a:rPr/>
              <a:t> files in all directories starting by </a:t>
            </a:r>
            <a:r>
              <a:rPr i="1"/>
              <a:t>dummy</a:t>
            </a:r>
            <a:r>
              <a:rPr/>
              <a:t> :</a:t>
            </a:r>
          </a:p>
          <a:p>
            <a:pPr lvl="0" indent="0">
              <a:buNone/>
            </a:pPr>
            <a:r>
              <a:rPr>
                <a:latin typeface="Courier"/>
              </a:rPr>
              <a:t>java -jar plantuml.jar "dummy*/*.cpp"</a:t>
            </a:r>
          </a:p>
          <a:p>
            <a:pPr lvl="0" indent="0" marL="0">
              <a:buNone/>
            </a:pPr>
            <a:r>
              <a:rPr/>
              <a:t>And to process any </a:t>
            </a:r>
            <a:r>
              <a:rPr>
                <a:latin typeface="Courier"/>
              </a:rPr>
              <a:t>.cpp</a:t>
            </a:r>
            <a:r>
              <a:rPr/>
              <a:t> files in all directories starting by </a:t>
            </a:r>
            <a:r>
              <a:rPr i="1"/>
              <a:t>dummy</a:t>
            </a:r>
            <a:r>
              <a:rPr/>
              <a:t>, and theirs subdirectories :</a:t>
            </a:r>
          </a:p>
          <a:p>
            <a:pPr lvl="0" indent="0">
              <a:buNone/>
            </a:pPr>
            <a:r>
              <a:rPr>
                <a:latin typeface="Courier"/>
              </a:rPr>
              <a:t>java -jar plantuml.jar "dummy*/**.cpp"</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Excluded files</a:t>
            </a:r>
          </a:p>
          <a:p>
            <a:pPr lvl="0" indent="0" marL="0">
              <a:buNone/>
            </a:pPr>
            <a:r>
              <a:rPr/>
              <a:t>You can exlude some files from the process using the </a:t>
            </a:r>
            <a:r>
              <a:rPr>
                <a:latin typeface="Courier"/>
              </a:rPr>
              <a:t>-x</a:t>
            </a:r>
            <a:r>
              <a:rPr/>
              <a:t> option:</a:t>
            </a:r>
          </a:p>
          <a:p>
            <a:pPr lvl="0" indent="0">
              <a:buNone/>
            </a:pPr>
            <a:r>
              <a:rPr>
                <a:latin typeface="Courier"/>
              </a:rPr>
              <a:t>java -jar plantuml.jar -x "**/common/**" -x "**/test/Test*" "dummy*/**/*.cpp"</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Output Directory</a:t>
            </a:r>
          </a:p>
          <a:p>
            <a:pPr lvl="0" indent="0" marL="0">
              <a:buNone/>
            </a:pPr>
            <a:r>
              <a:rPr/>
              <a:t>You can specify an output directory for all images using the </a:t>
            </a:r>
            <a:r>
              <a:rPr>
                <a:latin typeface="Courier"/>
              </a:rPr>
              <a:t>-o</a:t>
            </a:r>
            <a:r>
              <a:rPr/>
              <a:t> switch:</a:t>
            </a:r>
          </a:p>
          <a:p>
            <a:pPr lvl="0" indent="0">
              <a:buNone/>
            </a:pPr>
            <a:r>
              <a:rPr>
                <a:latin typeface="Courier"/>
              </a:rPr>
              <a:t>java -jar plantuml.jar -o "c:/outputPng" "c:/directory2"</a:t>
            </a:r>
          </a:p>
          <a:p>
            <a:pPr lvl="0" indent="0" marL="0">
              <a:buNone/>
            </a:pPr>
            <a:r>
              <a:rPr/>
              <a:t>If you recurse into several directory, there is a slight difference if you provide an absolute or a relative path for this output directory:</a:t>
            </a:r>
          </a:p>
          <a:p>
            <a:pPr lvl="0"/>
            <a:r>
              <a:rPr/>
              <a:t>An absolute path will ensure that all images are output to a single, specific, directory.</a:t>
            </a:r>
          </a:p>
          <a:p>
            <a:pPr lvl="0"/>
            <a:r>
              <a:rPr/>
              <a:t>If you provide a relative path then the images is placed in that directory relative to the location of the </a:t>
            </a:r>
            <a:r>
              <a:rPr b="1"/>
              <a:t>input file</a:t>
            </a:r>
            <a:r>
              <a:rPr/>
              <a:t>, not the current directory (note: this applies even if the path begins with a </a:t>
            </a:r>
            <a:r>
              <a:rPr>
                <a:latin typeface="Courier"/>
              </a:rPr>
              <a:t>.</a:t>
            </a:r>
            <a:r>
              <a:rPr/>
              <a:t>). When Plantuml processes files from multiple directores then the corresponding directory structure is created under the computed output directory.</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Types of Output File</a:t>
            </a:r>
          </a:p>
          <a:p>
            <a:pPr lvl="0" indent="0" marL="0">
              <a:buNone/>
            </a:pPr>
            <a:r>
              <a:rPr/>
              <a:t>Images for your diagrams can be exported in a variety of different formats. By default the format will be a PNG file but another type can be selected using the following extensions:</a:t>
            </a:r>
          </a:p>
          <a:p>
            <a:pPr lvl="0" indent="0" marL="0">
              <a:buNone/>
            </a:pPr>
            <a:r>
              <a:rPr/>
              <a:t>Example:</a:t>
            </a:r>
          </a:p>
          <a:p>
            <a:pPr lvl="0" indent="0">
              <a:buNone/>
            </a:pPr>
            <a:r>
              <a:rPr>
                <a:latin typeface="Courier"/>
              </a:rPr>
              <a:t>java -jar plantuml.jar yourdiagram.txt -ttxt</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How to use it offline?</a:t>
            </a:r>
          </a:p>
        </p:txBody>
      </p:sp>
      <p:sp>
        <p:nvSpPr>
          <p:cNvPr id="4" name="Text Placeholder 3"/>
          <p:cNvSpPr>
            <a:spLocks noGrp="1"/>
          </p:cNvSpPr>
          <p:nvPr>
            <p:ph idx="2" sz="half" type="body"/>
          </p:nvPr>
        </p:nvSpPr>
        <p:spPr/>
        <p:txBody>
          <a:bodyPr/>
          <a:lstStyle/>
          <a:p>
            <a:pPr lvl="0" indent="0" marL="0">
              <a:spcBef>
                <a:spcPts val="3000"/>
              </a:spcBef>
              <a:buNone/>
            </a:pPr>
            <a:r>
              <a:rPr b="1"/>
              <a:t>Types of Output File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635000"/>
                <a:gridCol w="914400"/>
                <a:gridCol w="774700"/>
                <a:gridCol w="2781300"/>
              </a:tblGrid>
              <a:tr h="0">
                <a:tc>
                  <a:txBody>
                    <a:bodyPr/>
                    <a:lstStyle/>
                    <a:p>
                      <a:pPr lvl="0" indent="0" marL="0">
                        <a:buNone/>
                      </a:pPr>
                      <a:r>
                        <a:rPr b="1"/>
                        <a:t>Param name</a:t>
                      </a:r>
                    </a:p>
                  </a:txBody>
                  <a:tcPr/>
                </a:tc>
                <a:tc>
                  <a:txBody>
                    <a:bodyPr/>
                    <a:lstStyle/>
                    <a:p>
                      <a:pPr lvl="0" indent="0" marL="0">
                        <a:buNone/>
                      </a:pPr>
                      <a:r>
                        <a:rPr b="1"/>
                        <a:t>Short param name</a:t>
                      </a:r>
                    </a:p>
                  </a:txBody>
                  <a:tcPr/>
                </a:tc>
                <a:tc>
                  <a:txBody>
                    <a:bodyPr/>
                    <a:lstStyle/>
                    <a:p>
                      <a:pPr lvl="0" indent="0" marL="0">
                        <a:buNone/>
                      </a:pPr>
                      <a:r>
                        <a:rPr b="1"/>
                        <a:t>Output format</a:t>
                      </a:r>
                    </a:p>
                  </a:txBody>
                  <a:tcPr/>
                </a:tc>
                <a:tc>
                  <a:txBody>
                    <a:bodyPr/>
                    <a:lstStyle/>
                    <a:p>
                      <a:pPr lvl="0" indent="0" marL="0">
                        <a:buNone/>
                      </a:pPr>
                      <a:r>
                        <a:rPr b="1"/>
                        <a:t>Comment</a:t>
                      </a:r>
                    </a:p>
                  </a:txBody>
                  <a:tcPr/>
                </a:tc>
              </a:tr>
              <a:tr h="0">
                <a:tc>
                  <a:txBody>
                    <a:bodyPr/>
                    <a:lstStyle/>
                    <a:p>
                      <a:pPr lvl="0" indent="0" marL="0">
                        <a:buNone/>
                      </a:pPr>
                      <a:r>
                        <a:rPr>
                          <a:latin typeface="Courier"/>
                        </a:rPr>
                        <a:t>-tpng</a:t>
                      </a:r>
                    </a:p>
                  </a:txBody>
                </a:tc>
                <a:tc>
                  <a:txBody>
                    <a:bodyPr/>
                    <a:lstStyle/>
                    <a:p>
                      <a:pPr lvl="0" indent="0" marL="0">
                        <a:buNone/>
                      </a:pPr>
                      <a:r>
                        <a:rPr>
                          <a:latin typeface="Courier"/>
                        </a:rPr>
                        <a:t>-png</a:t>
                      </a:r>
                    </a:p>
                  </a:txBody>
                </a:tc>
                <a:tc>
                  <a:txBody>
                    <a:bodyPr/>
                    <a:lstStyle/>
                    <a:p>
                      <a:pPr lvl="0" indent="0" marL="0">
                        <a:buNone/>
                      </a:pPr>
                      <a:r>
                        <a:rPr/>
                        <a:t>PNG</a:t>
                      </a:r>
                    </a:p>
                  </a:txBody>
                </a:tc>
                <a:tc>
                  <a:txBody>
                    <a:bodyPr/>
                    <a:lstStyle/>
                    <a:p>
                      <a:pPr lvl="0" indent="0" marL="0">
                        <a:buNone/>
                      </a:pPr>
                      <a:r>
                        <a:rPr/>
                        <a:t>Default</a:t>
                      </a:r>
                    </a:p>
                  </a:txBody>
                </a:tc>
              </a:tr>
              <a:tr h="0">
                <a:tc>
                  <a:txBody>
                    <a:bodyPr/>
                    <a:lstStyle/>
                    <a:p>
                      <a:pPr lvl="0" indent="0" marL="0">
                        <a:buNone/>
                      </a:pPr>
                      <a:r>
                        <a:rPr>
                          <a:latin typeface="Courier"/>
                        </a:rPr>
                        <a:t>-tsvg</a:t>
                      </a:r>
                    </a:p>
                  </a:txBody>
                </a:tc>
                <a:tc>
                  <a:txBody>
                    <a:bodyPr/>
                    <a:lstStyle/>
                    <a:p>
                      <a:pPr lvl="0" indent="0" marL="0">
                        <a:buNone/>
                      </a:pPr>
                      <a:r>
                        <a:rPr>
                          <a:latin typeface="Courier"/>
                        </a:rPr>
                        <a:t>-svg</a:t>
                      </a:r>
                    </a:p>
                  </a:txBody>
                </a:tc>
                <a:tc>
                  <a:txBody>
                    <a:bodyPr/>
                    <a:lstStyle/>
                    <a:p>
                      <a:pPr lvl="0" indent="0" marL="0">
                        <a:buNone/>
                      </a:pPr>
                      <a:r>
                        <a:rPr/>
                        <a:t>SVG</a:t>
                      </a:r>
                    </a:p>
                  </a:txBody>
                </a:tc>
                <a:tc>
                  <a:txBody>
                    <a:bodyPr/>
                    <a:lstStyle/>
                    <a:p>
                      <a:pPr lvl="0" indent="0" marL="0">
                        <a:buNone/>
                      </a:pPr>
                      <a:r>
                        <a:rPr/>
                        <a:t>Further details can be found </a:t>
                      </a:r>
                      <a:r>
                        <a:rPr>
                          <a:hlinkClick r:id="rId2"/>
                        </a:rPr>
                        <a:t>here</a:t>
                      </a:r>
                    </a:p>
                  </a:txBody>
                </a:tc>
              </a:tr>
              <a:tr h="0">
                <a:tc>
                  <a:txBody>
                    <a:bodyPr/>
                    <a:lstStyle/>
                    <a:p>
                      <a:pPr lvl="0" indent="0" marL="0">
                        <a:buNone/>
                      </a:pPr>
                      <a:r>
                        <a:rPr>
                          <a:latin typeface="Courier"/>
                        </a:rPr>
                        <a:t>-teps</a:t>
                      </a:r>
                    </a:p>
                  </a:txBody>
                </a:tc>
                <a:tc>
                  <a:txBody>
                    <a:bodyPr/>
                    <a:lstStyle/>
                    <a:p>
                      <a:pPr lvl="0" indent="0" marL="0">
                        <a:buNone/>
                      </a:pPr>
                      <a:r>
                        <a:rPr>
                          <a:latin typeface="Courier"/>
                        </a:rPr>
                        <a:t>-eps</a:t>
                      </a:r>
                    </a:p>
                  </a:txBody>
                </a:tc>
                <a:tc>
                  <a:txBody>
                    <a:bodyPr/>
                    <a:lstStyle/>
                    <a:p>
                      <a:pPr lvl="0" indent="0" marL="0">
                        <a:buNone/>
                      </a:pPr>
                      <a:r>
                        <a:rPr/>
                        <a:t>EPS</a:t>
                      </a:r>
                    </a:p>
                  </a:txBody>
                </a:tc>
                <a:tc>
                  <a:txBody>
                    <a:bodyPr/>
                    <a:lstStyle/>
                    <a:p>
                      <a:pPr lvl="0" indent="0" marL="0">
                        <a:buNone/>
                      </a:pPr>
                      <a:r>
                        <a:rPr/>
                        <a:t>Further details can be found </a:t>
                      </a:r>
                      <a:r>
                        <a:rPr>
                          <a:hlinkClick r:id="rId3"/>
                        </a:rPr>
                        <a:t>here</a:t>
                      </a:r>
                    </a:p>
                  </a:txBody>
                </a:tc>
              </a:tr>
            </a:tbl>
          </a:graphicData>
        </a:graphic>
      </p:graphicFrame>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How to use it offline?</a:t>
            </a:r>
          </a:p>
        </p:txBody>
      </p:sp>
      <p:sp>
        <p:nvSpPr>
          <p:cNvPr id="4" name="Text Placeholder 3"/>
          <p:cNvSpPr>
            <a:spLocks noGrp="1"/>
          </p:cNvSpPr>
          <p:nvPr>
            <p:ph idx="2" sz="half" type="body"/>
          </p:nvPr>
        </p:nvSpPr>
        <p:spPr/>
        <p:txBody>
          <a:bodyPr/>
          <a:lstStyle/>
          <a:p>
            <a:pPr lvl="0" indent="0" marL="0">
              <a:spcBef>
                <a:spcPts val="3000"/>
              </a:spcBef>
              <a:buNone/>
            </a:pPr>
            <a:r>
              <a:rPr b="1"/>
              <a:t>Types of Output File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96900"/>
                <a:gridCol w="800100"/>
                <a:gridCol w="647700"/>
                <a:gridCol w="3048000"/>
              </a:tblGrid>
              <a:tr h="0">
                <a:tc>
                  <a:txBody>
                    <a:bodyPr/>
                    <a:lstStyle/>
                    <a:p>
                      <a:pPr lvl="0" indent="0" marL="0">
                        <a:buNone/>
                      </a:pPr>
                      <a:r>
                        <a:rPr/>
                        <a:t>Param Name</a:t>
                      </a:r>
                    </a:p>
                  </a:txBody>
                  <a:tcPr/>
                </a:tc>
                <a:tc>
                  <a:txBody>
                    <a:bodyPr/>
                    <a:lstStyle/>
                    <a:p>
                      <a:pPr lvl="0" indent="0" marL="0">
                        <a:buNone/>
                      </a:pPr>
                      <a:r>
                        <a:rPr/>
                        <a:t>Short Param Name</a:t>
                      </a:r>
                    </a:p>
                  </a:txBody>
                  <a:tcPr/>
                </a:tc>
                <a:tc>
                  <a:txBody>
                    <a:bodyPr/>
                    <a:lstStyle/>
                    <a:p>
                      <a:pPr lvl="0" indent="0" marL="0">
                        <a:buNone/>
                      </a:pPr>
                      <a:r>
                        <a:rPr/>
                        <a:t>Output Format</a:t>
                      </a:r>
                    </a:p>
                  </a:txBody>
                  <a:tcPr/>
                </a:tc>
                <a:tc>
                  <a:txBody>
                    <a:bodyPr/>
                    <a:lstStyle/>
                    <a:p>
                      <a:pPr lvl="0" indent="0" marL="0">
                        <a:buNone/>
                      </a:pPr>
                      <a:r>
                        <a:rPr/>
                        <a:t>Comment</a:t>
                      </a:r>
                    </a:p>
                  </a:txBody>
                  <a:tcPr/>
                </a:tc>
              </a:tr>
              <a:tr h="0">
                <a:tc>
                  <a:txBody>
                    <a:bodyPr/>
                    <a:lstStyle/>
                    <a:p>
                      <a:pPr lvl="0" indent="0" marL="0">
                        <a:buNone/>
                      </a:pPr>
                      <a:r>
                        <a:rPr>
                          <a:latin typeface="Courier"/>
                        </a:rPr>
                        <a:t>-teps:text</a:t>
                      </a:r>
                    </a:p>
                  </a:txBody>
                </a:tc>
                <a:tc>
                  <a:txBody>
                    <a:bodyPr/>
                    <a:lstStyle/>
                    <a:p>
                      <a:pPr lvl="0" indent="0" marL="0">
                        <a:buNone/>
                      </a:pPr>
                      <a:r>
                        <a:rPr>
                          <a:latin typeface="Courier"/>
                        </a:rPr>
                        <a:t>-eps:text</a:t>
                      </a:r>
                    </a:p>
                  </a:txBody>
                </a:tc>
                <a:tc>
                  <a:txBody>
                    <a:bodyPr/>
                    <a:lstStyle/>
                    <a:p>
                      <a:pPr lvl="0" indent="0" marL="0">
                        <a:buNone/>
                      </a:pPr>
                      <a:r>
                        <a:rPr/>
                        <a:t>EPS</a:t>
                      </a:r>
                    </a:p>
                  </a:txBody>
                </a:tc>
                <a:tc>
                  <a:txBody>
                    <a:bodyPr/>
                    <a:lstStyle/>
                    <a:p>
                      <a:pPr lvl="0" indent="0" marL="0">
                        <a:buNone/>
                      </a:pPr>
                      <a:r>
                        <a:rPr/>
                        <a:t>This option keeps text as text</a:t>
                      </a:r>
                    </a:p>
                  </a:txBody>
                </a:tc>
              </a:tr>
              <a:tr h="0">
                <a:tc>
                  <a:txBody>
                    <a:bodyPr/>
                    <a:lstStyle/>
                    <a:p>
                      <a:pPr lvl="0" indent="0" marL="0">
                        <a:buNone/>
                      </a:pPr>
                      <a:r>
                        <a:rPr>
                          <a:latin typeface="Courier"/>
                        </a:rPr>
                        <a:t>-tpdf</a:t>
                      </a:r>
                    </a:p>
                  </a:txBody>
                </a:tc>
                <a:tc>
                  <a:txBody>
                    <a:bodyPr/>
                    <a:lstStyle/>
                    <a:p>
                      <a:pPr lvl="0" indent="0" marL="0">
                        <a:buNone/>
                      </a:pPr>
                      <a:r>
                        <a:rPr>
                          <a:latin typeface="Courier"/>
                        </a:rPr>
                        <a:t>-pdf</a:t>
                      </a:r>
                    </a:p>
                  </a:txBody>
                </a:tc>
                <a:tc>
                  <a:txBody>
                    <a:bodyPr/>
                    <a:lstStyle/>
                    <a:p>
                      <a:pPr lvl="0" indent="0" marL="0">
                        <a:buNone/>
                      </a:pPr>
                      <a:r>
                        <a:rPr/>
                        <a:t>PDF</a:t>
                      </a:r>
                    </a:p>
                  </a:txBody>
                </a:tc>
                <a:tc>
                  <a:txBody>
                    <a:bodyPr/>
                    <a:lstStyle/>
                    <a:p>
                      <a:pPr lvl="0" indent="0" marL="0">
                        <a:buNone/>
                      </a:pPr>
                      <a:r>
                        <a:rPr/>
                        <a:t>Further details can be found </a:t>
                      </a:r>
                      <a:r>
                        <a:rPr>
                          <a:hlinkClick r:id="rId2"/>
                        </a:rPr>
                        <a:t>here</a:t>
                      </a:r>
                    </a:p>
                  </a:txBody>
                </a:tc>
              </a:tr>
              <a:tr h="0">
                <a:tc>
                  <a:txBody>
                    <a:bodyPr/>
                    <a:lstStyle/>
                    <a:p>
                      <a:pPr lvl="0" indent="0" marL="0">
                        <a:buNone/>
                      </a:pPr>
                      <a:r>
                        <a:rPr>
                          <a:latin typeface="Courier"/>
                        </a:rPr>
                        <a:t>-tvdx</a:t>
                      </a:r>
                    </a:p>
                  </a:txBody>
                </a:tc>
                <a:tc>
                  <a:txBody>
                    <a:bodyPr/>
                    <a:lstStyle/>
                    <a:p>
                      <a:pPr lvl="0" indent="0" marL="0">
                        <a:buNone/>
                      </a:pPr>
                      <a:r>
                        <a:rPr>
                          <a:latin typeface="Courier"/>
                        </a:rPr>
                        <a:t>-vdx</a:t>
                      </a:r>
                    </a:p>
                  </a:txBody>
                </a:tc>
                <a:tc>
                  <a:txBody>
                    <a:bodyPr/>
                    <a:lstStyle/>
                    <a:p>
                      <a:pPr lvl="0" indent="0" marL="0">
                        <a:buNone/>
                      </a:pPr>
                      <a:r>
                        <a:rPr/>
                        <a:t>VDX</a:t>
                      </a:r>
                    </a:p>
                  </a:txBody>
                </a:tc>
                <a:tc>
                  <a:txBody>
                    <a:bodyPr/>
                    <a:lstStyle/>
                    <a:p>
                      <a:pPr lvl="0" indent="0" marL="0">
                        <a:buNone/>
                      </a:pPr>
                      <a:r>
                        <a:rPr/>
                        <a:t>Microsoft Visio Document</a:t>
                      </a:r>
                    </a:p>
                  </a:txBody>
                </a:tc>
              </a:tr>
            </a:tbl>
          </a:graphicData>
        </a:graphic>
      </p:graphicFrame>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How to use it offline?</a:t>
            </a:r>
          </a:p>
        </p:txBody>
      </p:sp>
      <p:sp>
        <p:nvSpPr>
          <p:cNvPr id="4" name="Text Placeholder 3"/>
          <p:cNvSpPr>
            <a:spLocks noGrp="1"/>
          </p:cNvSpPr>
          <p:nvPr>
            <p:ph idx="2" sz="half" type="body"/>
          </p:nvPr>
        </p:nvSpPr>
        <p:spPr/>
        <p:txBody>
          <a:bodyPr/>
          <a:lstStyle/>
          <a:p>
            <a:pPr lvl="0" indent="0" marL="0">
              <a:spcBef>
                <a:spcPts val="3000"/>
              </a:spcBef>
              <a:buNone/>
            </a:pPr>
            <a:r>
              <a:rPr b="1"/>
              <a:t>Types of Output File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08000"/>
                <a:gridCol w="812800"/>
                <a:gridCol w="660400"/>
                <a:gridCol w="3111500"/>
              </a:tblGrid>
              <a:tr h="0">
                <a:tc>
                  <a:txBody>
                    <a:bodyPr/>
                    <a:lstStyle/>
                    <a:p>
                      <a:pPr lvl="0" indent="0" marL="0">
                        <a:buNone/>
                      </a:pPr>
                      <a:r>
                        <a:rPr/>
                        <a:t>Param Name</a:t>
                      </a:r>
                    </a:p>
                  </a:txBody>
                  <a:tcPr/>
                </a:tc>
                <a:tc>
                  <a:txBody>
                    <a:bodyPr/>
                    <a:lstStyle/>
                    <a:p>
                      <a:pPr lvl="0" indent="0" marL="0">
                        <a:buNone/>
                      </a:pPr>
                      <a:r>
                        <a:rPr/>
                        <a:t>Short Param Name</a:t>
                      </a:r>
                    </a:p>
                  </a:txBody>
                  <a:tcPr/>
                </a:tc>
                <a:tc>
                  <a:txBody>
                    <a:bodyPr/>
                    <a:lstStyle/>
                    <a:p>
                      <a:pPr lvl="0" indent="0" marL="0">
                        <a:buNone/>
                      </a:pPr>
                      <a:r>
                        <a:rPr/>
                        <a:t>Output Format</a:t>
                      </a:r>
                    </a:p>
                  </a:txBody>
                  <a:tcPr/>
                </a:tc>
                <a:tc>
                  <a:txBody>
                    <a:bodyPr/>
                    <a:lstStyle/>
                    <a:p>
                      <a:pPr lvl="0" indent="0" marL="0">
                        <a:buNone/>
                      </a:pPr>
                      <a:r>
                        <a:rPr/>
                        <a:t>Comment</a:t>
                      </a:r>
                    </a:p>
                  </a:txBody>
                  <a:tcPr/>
                </a:tc>
              </a:tr>
              <a:tr h="0">
                <a:tc>
                  <a:txBody>
                    <a:bodyPr/>
                    <a:lstStyle/>
                    <a:p>
                      <a:pPr lvl="0" indent="0" marL="0">
                        <a:buNone/>
                      </a:pPr>
                      <a:r>
                        <a:rPr>
                          <a:latin typeface="Courier"/>
                        </a:rPr>
                        <a:t>-txmi</a:t>
                      </a:r>
                    </a:p>
                  </a:txBody>
                </a:tc>
                <a:tc>
                  <a:txBody>
                    <a:bodyPr/>
                    <a:lstStyle/>
                    <a:p>
                      <a:pPr lvl="0" indent="0" marL="0">
                        <a:buNone/>
                      </a:pPr>
                      <a:r>
                        <a:rPr>
                          <a:latin typeface="Courier"/>
                        </a:rPr>
                        <a:t>-xmi</a:t>
                      </a:r>
                    </a:p>
                  </a:txBody>
                </a:tc>
                <a:tc>
                  <a:txBody>
                    <a:bodyPr/>
                    <a:lstStyle/>
                    <a:p>
                      <a:pPr lvl="0" indent="0" marL="0">
                        <a:buNone/>
                      </a:pPr>
                      <a:r>
                        <a:rPr/>
                        <a:t>XMI</a:t>
                      </a:r>
                    </a:p>
                  </a:txBody>
                </a:tc>
                <a:tc>
                  <a:txBody>
                    <a:bodyPr/>
                    <a:lstStyle/>
                    <a:p>
                      <a:pPr lvl="0" indent="0" marL="0">
                        <a:buNone/>
                      </a:pPr>
                      <a:r>
                        <a:rPr/>
                        <a:t>Further details can be found </a:t>
                      </a:r>
                      <a:r>
                        <a:rPr>
                          <a:hlinkClick r:id="rId2"/>
                        </a:rPr>
                        <a:t>here</a:t>
                      </a:r>
                    </a:p>
                  </a:txBody>
                </a:tc>
              </a:tr>
              <a:tr h="0">
                <a:tc>
                  <a:txBody>
                    <a:bodyPr/>
                    <a:lstStyle/>
                    <a:p>
                      <a:pPr lvl="0" indent="0" marL="0">
                        <a:buNone/>
                      </a:pPr>
                      <a:r>
                        <a:rPr>
                          <a:latin typeface="Courier"/>
                        </a:rPr>
                        <a:t>-tscxml</a:t>
                      </a:r>
                    </a:p>
                  </a:txBody>
                </a:tc>
                <a:tc>
                  <a:txBody>
                    <a:bodyPr/>
                    <a:lstStyle/>
                    <a:p>
                      <a:pPr lvl="0" indent="0" marL="0">
                        <a:buNone/>
                      </a:pPr>
                      <a:r>
                        <a:rPr>
                          <a:latin typeface="Courier"/>
                        </a:rPr>
                        <a:t>-scxml</a:t>
                      </a:r>
                    </a:p>
                  </a:txBody>
                </a:tc>
                <a:tc>
                  <a:txBody>
                    <a:bodyPr/>
                    <a:lstStyle/>
                    <a:p>
                      <a:pPr lvl="0" indent="0" marL="0">
                        <a:buNone/>
                      </a:pPr>
                      <a:r>
                        <a:rPr/>
                        <a:t>SCXML</a:t>
                      </a:r>
                    </a:p>
                  </a:txBody>
                </a:tc>
                <a:tc>
                  <a:txBody>
                    <a:bodyPr/>
                    <a:lstStyle/>
                    <a:p>
                      <a:endParaRPr/>
                    </a:p>
                  </a:txBody>
                </a:tc>
              </a:tr>
              <a:tr h="0">
                <a:tc>
                  <a:txBody>
                    <a:bodyPr/>
                    <a:lstStyle/>
                    <a:p>
                      <a:pPr lvl="0" indent="0" marL="0">
                        <a:buNone/>
                      </a:pPr>
                      <a:r>
                        <a:rPr>
                          <a:latin typeface="Courier"/>
                        </a:rPr>
                        <a:t>-thtml</a:t>
                      </a:r>
                    </a:p>
                  </a:txBody>
                </a:tc>
                <a:tc>
                  <a:txBody>
                    <a:bodyPr/>
                    <a:lstStyle/>
                    <a:p>
                      <a:pPr lvl="0" indent="0" marL="0">
                        <a:buNone/>
                      </a:pPr>
                      <a:r>
                        <a:rPr>
                          <a:latin typeface="Courier"/>
                        </a:rPr>
                        <a:t>-html</a:t>
                      </a:r>
                    </a:p>
                  </a:txBody>
                </a:tc>
                <a:tc>
                  <a:txBody>
                    <a:bodyPr/>
                    <a:lstStyle/>
                    <a:p>
                      <a:pPr lvl="0" indent="0" marL="0">
                        <a:buNone/>
                      </a:pPr>
                      <a:r>
                        <a:rPr/>
                        <a:t>HTML</a:t>
                      </a:r>
                    </a:p>
                  </a:txBody>
                </a:tc>
                <a:tc>
                  <a:txBody>
                    <a:bodyPr/>
                    <a:lstStyle/>
                    <a:p>
                      <a:pPr lvl="0" indent="0" marL="0">
                        <a:buNone/>
                      </a:pPr>
                      <a:r>
                        <a:rPr/>
                        <a:t>Alpha feature: do not use</a:t>
                      </a:r>
                    </a:p>
                  </a:txBody>
                </a:tc>
              </a:tr>
            </a:tbl>
          </a:graphicData>
        </a:graphic>
      </p:graphicFrame>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How to use it offline?</a:t>
            </a:r>
          </a:p>
        </p:txBody>
      </p:sp>
      <p:sp>
        <p:nvSpPr>
          <p:cNvPr id="4" name="Text Placeholder 3"/>
          <p:cNvSpPr>
            <a:spLocks noGrp="1"/>
          </p:cNvSpPr>
          <p:nvPr>
            <p:ph idx="2" sz="half" type="body"/>
          </p:nvPr>
        </p:nvSpPr>
        <p:spPr/>
        <p:txBody>
          <a:bodyPr/>
          <a:lstStyle/>
          <a:p>
            <a:pPr lvl="0" indent="0" marL="0">
              <a:spcBef>
                <a:spcPts val="3000"/>
              </a:spcBef>
              <a:buNone/>
            </a:pPr>
            <a:r>
              <a:rPr b="1"/>
              <a:t>Types of Output File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431800"/>
                <a:gridCol w="698500"/>
                <a:gridCol w="571500"/>
                <a:gridCol w="3403600"/>
              </a:tblGrid>
              <a:tr h="0">
                <a:tc>
                  <a:txBody>
                    <a:bodyPr/>
                    <a:lstStyle/>
                    <a:p>
                      <a:pPr lvl="0" indent="0" marL="0">
                        <a:buNone/>
                      </a:pPr>
                      <a:r>
                        <a:rPr/>
                        <a:t>Param Name</a:t>
                      </a:r>
                    </a:p>
                  </a:txBody>
                  <a:tcPr/>
                </a:tc>
                <a:tc>
                  <a:txBody>
                    <a:bodyPr/>
                    <a:lstStyle/>
                    <a:p>
                      <a:pPr lvl="0" indent="0" marL="0">
                        <a:buNone/>
                      </a:pPr>
                      <a:r>
                        <a:rPr/>
                        <a:t>Short Param Name</a:t>
                      </a:r>
                    </a:p>
                  </a:txBody>
                  <a:tcPr/>
                </a:tc>
                <a:tc>
                  <a:txBody>
                    <a:bodyPr/>
                    <a:lstStyle/>
                    <a:p>
                      <a:pPr lvl="0" indent="0" marL="0">
                        <a:buNone/>
                      </a:pPr>
                      <a:r>
                        <a:rPr/>
                        <a:t>Output Format</a:t>
                      </a:r>
                    </a:p>
                  </a:txBody>
                  <a:tcPr/>
                </a:tc>
                <a:tc>
                  <a:txBody>
                    <a:bodyPr/>
                    <a:lstStyle/>
                    <a:p>
                      <a:pPr lvl="0" indent="0" marL="0">
                        <a:buNone/>
                      </a:pPr>
                      <a:r>
                        <a:rPr/>
                        <a:t>Comment</a:t>
                      </a:r>
                    </a:p>
                  </a:txBody>
                  <a:tcPr/>
                </a:tc>
              </a:tr>
              <a:tr h="0">
                <a:tc>
                  <a:txBody>
                    <a:bodyPr/>
                    <a:lstStyle/>
                    <a:p>
                      <a:pPr lvl="0" indent="0" marL="0">
                        <a:buNone/>
                      </a:pPr>
                      <a:r>
                        <a:rPr>
                          <a:latin typeface="Courier"/>
                        </a:rPr>
                        <a:t>-ttxt</a:t>
                      </a:r>
                    </a:p>
                  </a:txBody>
                </a:tc>
                <a:tc>
                  <a:txBody>
                    <a:bodyPr/>
                    <a:lstStyle/>
                    <a:p>
                      <a:pPr lvl="0" indent="0" marL="0">
                        <a:buNone/>
                      </a:pPr>
                      <a:r>
                        <a:rPr>
                          <a:latin typeface="Courier"/>
                        </a:rPr>
                        <a:t>-txt</a:t>
                      </a:r>
                    </a:p>
                  </a:txBody>
                </a:tc>
                <a:tc>
                  <a:txBody>
                    <a:bodyPr/>
                    <a:lstStyle/>
                    <a:p>
                      <a:pPr lvl="0" indent="0" marL="0">
                        <a:buNone/>
                      </a:pPr>
                      <a:r>
                        <a:rPr/>
                        <a:t>ATXT</a:t>
                      </a:r>
                    </a:p>
                  </a:txBody>
                </a:tc>
                <a:tc>
                  <a:txBody>
                    <a:bodyPr/>
                    <a:lstStyle/>
                    <a:p>
                      <a:pPr lvl="0" indent="0" marL="0">
                        <a:buNone/>
                      </a:pPr>
                      <a:r>
                        <a:rPr/>
                        <a:t>ASCII art. Further details can be found </a:t>
                      </a:r>
                      <a:r>
                        <a:rPr>
                          <a:hlinkClick r:id="rId2"/>
                        </a:rPr>
                        <a:t>here</a:t>
                      </a:r>
                    </a:p>
                  </a:txBody>
                </a:tc>
              </a:tr>
              <a:tr h="0">
                <a:tc>
                  <a:txBody>
                    <a:bodyPr/>
                    <a:lstStyle/>
                    <a:p>
                      <a:pPr lvl="0" indent="0" marL="0">
                        <a:buNone/>
                      </a:pPr>
                      <a:r>
                        <a:rPr>
                          <a:latin typeface="Courier"/>
                        </a:rPr>
                        <a:t>-tutxt</a:t>
                      </a:r>
                    </a:p>
                  </a:txBody>
                </a:tc>
                <a:tc>
                  <a:txBody>
                    <a:bodyPr/>
                    <a:lstStyle/>
                    <a:p>
                      <a:pPr lvl="0" indent="0" marL="0">
                        <a:buNone/>
                      </a:pPr>
                      <a:r>
                        <a:rPr>
                          <a:latin typeface="Courier"/>
                        </a:rPr>
                        <a:t>-utxt</a:t>
                      </a:r>
                    </a:p>
                  </a:txBody>
                </a:tc>
                <a:tc>
                  <a:txBody>
                    <a:bodyPr/>
                    <a:lstStyle/>
                    <a:p>
                      <a:pPr lvl="0" indent="0" marL="0">
                        <a:buNone/>
                      </a:pPr>
                      <a:r>
                        <a:rPr/>
                        <a:t>UTXT</a:t>
                      </a:r>
                    </a:p>
                  </a:txBody>
                </a:tc>
                <a:tc>
                  <a:txBody>
                    <a:bodyPr/>
                    <a:lstStyle/>
                    <a:p>
                      <a:pPr lvl="0" indent="0" marL="0">
                        <a:buNone/>
                      </a:pPr>
                      <a:r>
                        <a:rPr/>
                        <a:t>ASCII art using Unicode characters</a:t>
                      </a:r>
                    </a:p>
                  </a:txBody>
                </a:tc>
              </a:tr>
              <a:tr h="0">
                <a:tc>
                  <a:txBody>
                    <a:bodyPr/>
                    <a:lstStyle/>
                    <a:p>
                      <a:pPr lvl="0" indent="0" marL="0">
                        <a:buNone/>
                      </a:pPr>
                      <a:r>
                        <a:rPr>
                          <a:latin typeface="Courier"/>
                        </a:rPr>
                        <a:t>-tlatex</a:t>
                      </a:r>
                    </a:p>
                  </a:txBody>
                </a:tc>
                <a:tc>
                  <a:txBody>
                    <a:bodyPr/>
                    <a:lstStyle/>
                    <a:p>
                      <a:pPr lvl="0" indent="0" marL="0">
                        <a:buNone/>
                      </a:pPr>
                      <a:r>
                        <a:rPr>
                          <a:latin typeface="Courier"/>
                        </a:rPr>
                        <a:t>-latex</a:t>
                      </a:r>
                    </a:p>
                  </a:txBody>
                </a:tc>
                <a:tc>
                  <a:txBody>
                    <a:bodyPr/>
                    <a:lstStyle/>
                    <a:p>
                      <a:pPr lvl="0" indent="0" marL="0">
                        <a:buNone/>
                      </a:pPr>
                      <a:r>
                        <a:rPr/>
                        <a:t>LATEX</a:t>
                      </a:r>
                    </a:p>
                  </a:txBody>
                </a:tc>
                <a:tc>
                  <a:txBody>
                    <a:bodyPr/>
                    <a:lstStyle/>
                    <a:p>
                      <a:pPr lvl="0" indent="0" marL="0">
                        <a:buNone/>
                      </a:pPr>
                      <a:r>
                        <a:rPr/>
                        <a:t>Further details can be found </a:t>
                      </a:r>
                      <a:r>
                        <a:rPr>
                          <a:hlinkClick r:id="rId3"/>
                        </a:rPr>
                        <a:t>here</a:t>
                      </a:r>
                    </a:p>
                  </a:txBody>
                </a:tc>
              </a:tr>
            </a:tbl>
          </a:graphicData>
        </a:graphic>
      </p:graphicFrame>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How to use it offline?</a:t>
            </a:r>
          </a:p>
        </p:txBody>
      </p:sp>
      <p:sp>
        <p:nvSpPr>
          <p:cNvPr id="4" name="Text Placeholder 3"/>
          <p:cNvSpPr>
            <a:spLocks noGrp="1"/>
          </p:cNvSpPr>
          <p:nvPr>
            <p:ph idx="2" sz="half" type="body"/>
          </p:nvPr>
        </p:nvSpPr>
        <p:spPr/>
        <p:txBody>
          <a:bodyPr/>
          <a:lstStyle/>
          <a:p>
            <a:pPr lvl="0" indent="0" marL="0">
              <a:spcBef>
                <a:spcPts val="3000"/>
              </a:spcBef>
              <a:buNone/>
            </a:pPr>
            <a:r>
              <a:rPr b="1"/>
              <a:t>Types of Output File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673100"/>
                <a:gridCol w="635000"/>
                <a:gridCol w="431800"/>
                <a:gridCol w="3352800"/>
              </a:tblGrid>
              <a:tr h="0">
                <a:tc>
                  <a:txBody>
                    <a:bodyPr/>
                    <a:lstStyle/>
                    <a:p>
                      <a:pPr lvl="0" indent="0" marL="0">
                        <a:buNone/>
                      </a:pPr>
                      <a:r>
                        <a:rPr/>
                        <a:t>Param Name</a:t>
                      </a:r>
                    </a:p>
                  </a:txBody>
                  <a:tcPr/>
                </a:tc>
                <a:tc>
                  <a:txBody>
                    <a:bodyPr/>
                    <a:lstStyle/>
                    <a:p>
                      <a:pPr lvl="0" indent="0" marL="0">
                        <a:buNone/>
                      </a:pPr>
                      <a:r>
                        <a:rPr/>
                        <a:t>Short Param Name</a:t>
                      </a:r>
                    </a:p>
                  </a:txBody>
                  <a:tcPr/>
                </a:tc>
                <a:tc>
                  <a:txBody>
                    <a:bodyPr/>
                    <a:lstStyle/>
                    <a:p>
                      <a:pPr lvl="0" indent="0" marL="0">
                        <a:buNone/>
                      </a:pPr>
                      <a:r>
                        <a:rPr/>
                        <a:t>Output Format</a:t>
                      </a:r>
                    </a:p>
                  </a:txBody>
                  <a:tcPr/>
                </a:tc>
                <a:tc>
                  <a:txBody>
                    <a:bodyPr/>
                    <a:lstStyle/>
                    <a:p>
                      <a:pPr lvl="0" indent="0" marL="0">
                        <a:buNone/>
                      </a:pPr>
                      <a:r>
                        <a:rPr/>
                        <a:t>Comment</a:t>
                      </a:r>
                    </a:p>
                  </a:txBody>
                  <a:tcPr/>
                </a:tc>
              </a:tr>
              <a:tr h="0">
                <a:tc>
                  <a:txBody>
                    <a:bodyPr/>
                    <a:lstStyle/>
                    <a:p>
                      <a:pPr lvl="0" indent="0" marL="0">
                        <a:buNone/>
                      </a:pPr>
                      <a:r>
                        <a:rPr>
                          <a:latin typeface="Courier"/>
                        </a:rPr>
                        <a:t>-tlatex:nopreamble</a:t>
                      </a:r>
                    </a:p>
                  </a:txBody>
                </a:tc>
                <a:tc>
                  <a:txBody>
                    <a:bodyPr/>
                    <a:lstStyle/>
                    <a:p>
                      <a:pPr lvl="0" indent="0" marL="0">
                        <a:buNone/>
                      </a:pPr>
                      <a:r>
                        <a:rPr>
                          <a:latin typeface="Courier"/>
                        </a:rPr>
                        <a:t>-latex:nopreamble</a:t>
                      </a:r>
                    </a:p>
                  </a:txBody>
                </a:tc>
                <a:tc>
                  <a:txBody>
                    <a:bodyPr/>
                    <a:lstStyle/>
                    <a:p>
                      <a:pPr lvl="0" indent="0" marL="0">
                        <a:buNone/>
                      </a:pPr>
                      <a:r>
                        <a:rPr/>
                        <a:t>LATEX</a:t>
                      </a:r>
                    </a:p>
                  </a:txBody>
                </a:tc>
                <a:tc>
                  <a:txBody>
                    <a:bodyPr/>
                    <a:lstStyle/>
                    <a:p>
                      <a:pPr lvl="0" indent="0" marL="0">
                        <a:buNone/>
                      </a:pPr>
                      <a:r>
                        <a:rPr/>
                        <a:t>Contains no LaTeX preamble creating a document</a:t>
                      </a:r>
                    </a:p>
                  </a:txBody>
                </a:tc>
              </a:tr>
              <a:tr h="0">
                <a:tc>
                  <a:txBody>
                    <a:bodyPr/>
                    <a:lstStyle/>
                    <a:p>
                      <a:pPr lvl="0" indent="0" marL="0">
                        <a:buNone/>
                      </a:pPr>
                      <a:r>
                        <a:rPr>
                          <a:latin typeface="Courier"/>
                        </a:rPr>
                        <a:t>-tbraille</a:t>
                      </a:r>
                    </a:p>
                  </a:txBody>
                </a:tc>
                <a:tc>
                  <a:txBody>
                    <a:bodyPr/>
                    <a:lstStyle/>
                    <a:p>
                      <a:pPr lvl="0" indent="0" marL="0">
                        <a:buNone/>
                      </a:pPr>
                      <a:r>
                        <a:rPr>
                          <a:latin typeface="Courier"/>
                        </a:rPr>
                        <a:t>-braille</a:t>
                      </a:r>
                    </a:p>
                  </a:txBody>
                </a:tc>
                <a:tc>
                  <a:txBody>
                    <a:bodyPr/>
                    <a:lstStyle/>
                    <a:p>
                      <a:pPr lvl="0" indent="0" marL="0">
                        <a:buNone/>
                      </a:pPr>
                      <a:r>
                        <a:rPr/>
                        <a:t>PNG</a:t>
                      </a:r>
                    </a:p>
                  </a:txBody>
                </a:tc>
                <a:tc>
                  <a:txBody>
                    <a:bodyPr/>
                    <a:lstStyle/>
                    <a:p>
                      <a:pPr lvl="0" indent="0" marL="0">
                        <a:buNone/>
                      </a:pPr>
                      <a:r>
                        <a:rPr/>
                        <a:t>Braille image </a:t>
                      </a:r>
                      <a:r>
                        <a:rPr i="1"/>
                        <a:t>[Ref. </a:t>
                      </a:r>
                      <a:r>
                        <a:rPr i="1">
                          <a:hlinkClick r:id="rId2"/>
                        </a:rPr>
                        <a:t>QA-4752</a:t>
                      </a:r>
                      <a:r>
                        <a:rPr i="1"/>
                        <a:t>]</a:t>
                      </a:r>
                    </a:p>
                  </a:txBody>
                </a:tc>
              </a:tr>
            </a:tbl>
          </a:graphicData>
        </a:graphic>
      </p:graphicFrame>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Exit Code</a:t>
            </a:r>
          </a:p>
          <a:p>
            <a:pPr lvl="0"/>
            <a:r>
              <a:rPr/>
              <a:t>When there are some errors in diagrams the command returns an error (-1) exit code. But even if some diagrams contain some errors, </a:t>
            </a:r>
            <a:r>
              <a:rPr b="1"/>
              <a:t>all</a:t>
            </a:r>
            <a:r>
              <a:rPr/>
              <a:t> diagrams are generated, which can be time consuming for large project.</a:t>
            </a:r>
          </a:p>
          <a:p>
            <a:pPr lvl="0"/>
            <a:r>
              <a:rPr/>
              <a:t>You can use the </a:t>
            </a:r>
            <a:r>
              <a:rPr>
                <a:latin typeface="Courier"/>
              </a:rPr>
              <a:t>-failfast</a:t>
            </a:r>
            <a:r>
              <a:rPr/>
              <a:t> flag to change this behavior to stop diagram generations as soon as one error occurs. In that case, some diagrams will be generated, and some will not.</a:t>
            </a:r>
          </a:p>
          <a:p>
            <a:pPr lvl="0"/>
            <a:r>
              <a:rPr/>
              <a:t>There is also a </a:t>
            </a:r>
            <a:r>
              <a:rPr>
                <a:latin typeface="Courier"/>
              </a:rPr>
              <a:t>-failfast2</a:t>
            </a:r>
            <a:r>
              <a:rPr/>
              <a:t> flag that does a first checking pass. If some error is present, no diagram will be generated at all. In case of error, </a:t>
            </a:r>
            <a:r>
              <a:rPr>
                <a:latin typeface="Courier"/>
              </a:rPr>
              <a:t>-failfast2</a:t>
            </a:r>
            <a:r>
              <a:rPr/>
              <a:t> runs even faster than </a:t>
            </a:r>
            <a:r>
              <a:rPr>
                <a:latin typeface="Courier"/>
              </a:rPr>
              <a:t>-failfast</a:t>
            </a:r>
            <a:r>
              <a:rPr/>
              <a:t>, which may be useful for huge project.</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Standard report [stdrpt]</a:t>
            </a:r>
          </a:p>
          <a:p>
            <a:pPr lvl="0" indent="0" marL="0">
              <a:buNone/>
            </a:pPr>
            <a:r>
              <a:rPr/>
              <a:t>Using the </a:t>
            </a:r>
            <a:r>
              <a:rPr>
                <a:latin typeface="Courier"/>
              </a:rPr>
              <a:t>-stdrpt</a:t>
            </a:r>
            <a:r>
              <a:rPr/>
              <a:t> (standard report) option, you can change the format of the error output of your PlantUML scripts.</a:t>
            </a:r>
          </a:p>
          <a:p>
            <a:pPr lvl="0" indent="0" marL="0">
              <a:buNone/>
            </a:pPr>
            <a:r>
              <a:rPr/>
              <a:t>With this option, a different error output of your diagram is possible:</a:t>
            </a:r>
          </a:p>
          <a:p>
            <a:pPr lvl="0"/>
            <a:r>
              <a:rPr/>
              <a:t>none: two lines</a:t>
            </a:r>
          </a:p>
          <a:p>
            <a:pPr lvl="0"/>
            <a:r>
              <a:rPr>
                <a:latin typeface="Courier"/>
              </a:rPr>
              <a:t>-stdrpt</a:t>
            </a:r>
            <a:r>
              <a:rPr/>
              <a:t>: single line</a:t>
            </a:r>
          </a:p>
          <a:p>
            <a:pPr lvl="0"/>
            <a:r>
              <a:rPr>
                <a:latin typeface="Courier"/>
              </a:rPr>
              <a:t>-stdrpt:1</a:t>
            </a:r>
            <a:r>
              <a:rPr/>
              <a:t>: verbose</a:t>
            </a:r>
          </a:p>
          <a:p>
            <a:pPr lvl="0"/>
            <a:r>
              <a:rPr>
                <a:latin typeface="Courier"/>
              </a:rPr>
              <a:t>-stdrpt:2</a:t>
            </a:r>
            <a:r>
              <a:rPr/>
              <a:t>: single line</a:t>
            </a:r>
          </a:p>
          <a:p>
            <a:pPr lvl="0" indent="0" marL="0">
              <a:buNone/>
            </a:pPr>
            <a:r>
              <a:rPr i="1"/>
              <a:t>[Ref. </a:t>
            </a:r>
            <a:r>
              <a:rPr i="1">
                <a:hlinkClick r:id="rId2"/>
              </a:rPr>
              <a:t>Issue#155</a:t>
            </a:r>
            <a:r>
              <a:rPr i="1"/>
              <a:t> and </a:t>
            </a:r>
            <a:r>
              <a:rPr i="1">
                <a:hlinkClick r:id="rId3"/>
              </a:rPr>
              <a:t>QA-11805</a:t>
            </a:r>
            <a:r>
              <a:rPr i="1"/>
              <a:t>]</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Standard report [stdrpt]</a:t>
            </a:r>
          </a:p>
          <a:p>
            <a:pPr lvl="0" indent="0" marL="0">
              <a:buNone/>
            </a:pPr>
            <a:r>
              <a:rPr/>
              <a:t>Examples, with the bad file </a:t>
            </a:r>
            <a:r>
              <a:rPr>
                <a:latin typeface="Courier"/>
              </a:rPr>
              <a:t>file1.pu</a:t>
            </a:r>
            <a:r>
              <a:rPr/>
              <a:t>, where </a:t>
            </a:r>
            <a:r>
              <a:rPr>
                <a:latin typeface="Courier"/>
              </a:rPr>
              <a:t>as</a:t>
            </a:r>
            <a:r>
              <a:rPr/>
              <a:t> is written </a:t>
            </a:r>
            <a:r>
              <a:rPr>
                <a:latin typeface="Courier"/>
              </a:rPr>
              <a:t>aass</a:t>
            </a:r>
            <a:r>
              <a:rPr/>
              <a:t>:</a:t>
            </a:r>
          </a:p>
          <a:p>
            <a:pPr lvl="0" indent="0">
              <a:buNone/>
            </a:pPr>
            <a:r>
              <a:rPr>
                <a:latin typeface="Courier"/>
              </a:rPr>
              <a:t>@startuml
participant "Famous Bob" aass Bob
@enduml</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Standard report [stdrpt]</a:t>
            </a:r>
          </a:p>
          <a:p>
            <a:pPr lvl="0" indent="0" marL="0">
              <a:spcBef>
                <a:spcPts val="3000"/>
              </a:spcBef>
              <a:buNone/>
            </a:pPr>
            <a:r>
              <a:rPr b="1"/>
              <a:t>Without any option</a:t>
            </a:r>
          </a:p>
          <a:p>
            <a:pPr lvl="0" indent="0">
              <a:buNone/>
            </a:pPr>
            <a:r>
              <a:rPr>
                <a:latin typeface="Courier"/>
              </a:rPr>
              <a:t>java -jar plantuml.jar file1.pu</a:t>
            </a:r>
          </a:p>
          <a:p>
            <a:pPr lvl="0" indent="0" marL="0">
              <a:buNone/>
            </a:pPr>
            <a:r>
              <a:rPr/>
              <a:t>The error output is:</a:t>
            </a:r>
          </a:p>
          <a:p>
            <a:pPr lvl="0" indent="0">
              <a:buNone/>
            </a:pPr>
            <a:r>
              <a:rPr>
                <a:latin typeface="Courier"/>
              </a:rPr>
              <a:t>Error line 2 in file: file1.pu
Some diagram description contains errors</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Standard report [stdrpt]</a:t>
            </a:r>
          </a:p>
          <a:p>
            <a:pPr lvl="0" indent="0" marL="0">
              <a:spcBef>
                <a:spcPts val="3000"/>
              </a:spcBef>
              <a:buNone/>
            </a:pPr>
            <a:r>
              <a:rPr b="1"/>
              <a:t>-stdrpt option</a:t>
            </a:r>
          </a:p>
          <a:p>
            <a:pPr lvl="0" indent="0">
              <a:buNone/>
            </a:pPr>
            <a:r>
              <a:rPr>
                <a:latin typeface="Courier"/>
              </a:rPr>
              <a:t>java -jar plantuml.jar -stdrpt file1.pu</a:t>
            </a:r>
          </a:p>
          <a:p>
            <a:pPr lvl="0" indent="0" marL="0">
              <a:buNone/>
            </a:pPr>
            <a:r>
              <a:rPr/>
              <a:t>The error output is:</a:t>
            </a:r>
          </a:p>
          <a:p>
            <a:pPr lvl="0" indent="0">
              <a:buNone/>
            </a:pPr>
            <a:r>
              <a:rPr>
                <a:latin typeface="Courier"/>
              </a:rPr>
              <a:t>file1.pu:2:error:Syntax Error?</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Standard report [stdrpt]</a:t>
            </a:r>
          </a:p>
          <a:p>
            <a:pPr lvl="0" indent="0" marL="0">
              <a:spcBef>
                <a:spcPts val="3000"/>
              </a:spcBef>
              <a:buNone/>
            </a:pPr>
            <a:r>
              <a:rPr b="1"/>
              <a:t>-stdrpt:1 option</a:t>
            </a:r>
          </a:p>
          <a:p>
            <a:pPr lvl="0" indent="0">
              <a:buNone/>
            </a:pPr>
            <a:r>
              <a:rPr>
                <a:latin typeface="Courier"/>
              </a:rPr>
              <a:t>java -jar plantuml.jar -stdrpt:1 file1.pu</a:t>
            </a:r>
          </a:p>
          <a:p>
            <a:pPr lvl="0" indent="0" marL="0">
              <a:buNone/>
            </a:pPr>
            <a:r>
              <a:rPr/>
              <a:t>The error output is:</a:t>
            </a:r>
          </a:p>
          <a:p>
            <a:pPr lvl="0" indent="0">
              <a:buNone/>
            </a:pPr>
            <a:r>
              <a:rPr>
                <a:latin typeface="Courier"/>
              </a:rPr>
              <a:t>protocolVersion=1
status=ERROR
lineNumber=2
label=Syntax Error?
Error line 2 in file: file1.pu
Some diagram description contains errors</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Standard report [stdrpt]</a:t>
            </a:r>
          </a:p>
          <a:p>
            <a:pPr lvl="0" indent="0" marL="0">
              <a:spcBef>
                <a:spcPts val="3000"/>
              </a:spcBef>
              <a:buNone/>
            </a:pPr>
            <a:r>
              <a:rPr b="1"/>
              <a:t>-stdrpt:2 option (like -stdrpt)</a:t>
            </a:r>
          </a:p>
          <a:p>
            <a:pPr lvl="0" indent="0">
              <a:buNone/>
            </a:pPr>
            <a:r>
              <a:rPr>
                <a:latin typeface="Courier"/>
              </a:rPr>
              <a:t>java -jar plantuml.jar -stdrpt:2 file1.pu</a:t>
            </a:r>
          </a:p>
          <a:p>
            <a:pPr lvl="0" indent="0" marL="0">
              <a:buNone/>
            </a:pPr>
            <a:r>
              <a:rPr/>
              <a:t>The error output is:</a:t>
            </a:r>
          </a:p>
          <a:p>
            <a:pPr lvl="0" indent="0">
              <a:buNone/>
            </a:pPr>
            <a:r>
              <a:rPr>
                <a:latin typeface="Courier"/>
              </a:rPr>
              <a:t>file1.pu:2:error:Syntax Error?</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marL="0">
              <a:buNone/>
            </a:pPr>
            <a:r>
              <a:rPr/>
              <a:t>You can have a help message by launching :</a:t>
            </a:r>
          </a:p>
          <a:p>
            <a:pPr lvl="0" indent="0">
              <a:buNone/>
            </a:pPr>
            <a:r>
              <a:rPr>
                <a:latin typeface="Courier"/>
              </a:rPr>
              <a:t>java </a:t>
            </a:r>
            <a:r>
              <a:rPr>
                <a:solidFill>
                  <a:srgbClr val="7D9029"/>
                </a:solidFill>
                <a:latin typeface="Courier"/>
              </a:rPr>
              <a:t>-jar</a:t>
            </a:r>
            <a:r>
              <a:rPr>
                <a:latin typeface="Courier"/>
              </a:rPr>
              <a:t> plantuml.jar </a:t>
            </a:r>
            <a:r>
              <a:rPr>
                <a:solidFill>
                  <a:srgbClr val="7D9029"/>
                </a:solidFill>
                <a:latin typeface="Courier"/>
              </a:rPr>
              <a:t>-help</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marL="0">
              <a:buNone/>
            </a:pPr>
            <a:r>
              <a:rPr/>
              <a:t>This will output:</a:t>
            </a:r>
          </a:p>
          <a:p>
            <a:pPr lvl="0" indent="0">
              <a:buNone/>
            </a:pPr>
            <a:r>
              <a:rPr>
                <a:latin typeface="Courier"/>
              </a:rPr>
              <a:t>Usage: java -jar plantuml.jar [options] -gui
        (to execute the GUI)
    or java -jar plantuml.jar [options] [file/dir] [file/dir] [file/dir]
        (to process files or directories)
You can use the following wildcards in files/dirs:
        *       means any characters but '\'
        ?       one and only one character but '\'
        **      means any characters (used to recurse through directories)</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a:buNone/>
            </a:pPr>
            <a:r>
              <a:rPr>
                <a:latin typeface="Courier"/>
              </a:rPr>
              <a:t>where options include:
    -gui                To run the graphical user interface
    -tpng               To generate images using PNG format (default)
    -tsvg               To generate images using SVG format
    -teps               To generate images using EPS format
    -tpdf               To generate images using PDF format
    -tvdx               To generate images using VDX format
    -txmi               To generate XMI file for class diagram
    -tscxml             To generate SCXML file for state diagram
    -thtml              To generate HTML file for class diagram</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a:buNone/>
            </a:pPr>
            <a:r>
              <a:rPr>
                <a:latin typeface="Courier"/>
              </a:rPr>
              <a:t>    -ttxt               To generate images with ASCII art
    -tutxt              To generate images with ASCII art using Unicode characters
    -tlatex             To generate images using LaTeX/Tikz format
    -tlatex:nopreamble  To generate images using LaTeX/Tikz format without preamble
    -o[utput] "dir"     To generate images in the specified directory
    -DVAR1=value        To set a preprocessing variable as if '!define VAR1 value' were used
    -Sparam1=value      To set a skin parameter as if 'skinparam param1 value' were used</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a:buNone/>
            </a:pPr>
            <a:r>
              <a:rPr>
                <a:latin typeface="Courier"/>
              </a:rPr>
              <a:t>    -Ppragma1=value     To set pragma as if '!pragma pragma1 value' were used
    -I\path\to\file     To include file as if '!include file' were used
    -I\path\to\*.puml   To include files with pattern
    -theme xxx          To use a specific theme
    -charset xxx        To use a specific charset (default is windows-1251)
    -e[x]clude pattern  To exclude files that match the provided pattern
    -metadata           To retrieve PlantUML sources from PNG images
    -nometadata         To NOT export metadata in PNG/SVG generated files
    -checkmetadata              Skip PNG files that don't need to be regenerated
    -version            To display information about PlantUML and Java versions
    -v[erbose]          To have log information</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a:buNone/>
            </a:pPr>
            <a:r>
              <a:rPr>
                <a:latin typeface="Courier"/>
              </a:rPr>
              <a:t>    -quiet              To NOT print error message into the console
    -debugsvek          To generate intermediate svek files
    -h[elp]             To display this help message
    -testdot            To test the installation of graphviz
    -graphvizdot "exe"  To specify dot executable
    -p[ipe]             To use stdin for PlantUML source and stdout for PNG/SVG/EPS generation
    -encodesprite 4|8|16[z] "file"      To encode a sprite at gray level (z for compression) from an image
    -computeurl|-encodeurl      To compute the encoded URL of a PlantUML source file
    -decodeurl          To retrieve the PlantUML source from an encoded URL</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a:buNone/>
            </a:pPr>
            <a:r>
              <a:rPr>
                <a:latin typeface="Courier"/>
              </a:rPr>
              <a:t>    -syntax             To report any syntax error from standard input without generating images
    -language           To print the list of PlantUML keywords
    -checkonly          To check the syntax of files without generating images
    -failfast           To stop processing as soon as a syntax error in diagram occurs
    -failfast2          To do a first syntax check before processing files, to fail even faster
    -noerror            To skip images when error in diagrams
    -duration           To print the duration of complete diagrams processing
    -nbthread N         To use (N) threads for processing
    -nbthread auto      To use 4 threads for processing
    -timeout N          Processing timeout in (N) seconds. Defaults to 15 minutes (900 seconds).</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a:buNone/>
            </a:pPr>
            <a:r>
              <a:rPr>
                <a:latin typeface="Courier"/>
              </a:rPr>
              <a:t>    -author[s]          To print information about PlantUML authors
    -overwrite          To allow to overwrite read only files
    -printfonts         To print fonts available on your system
    -enablestats        To enable statistics computation
    -disablestats       To disable statistics computation (default)
    -htmlstats          To output general statistics in file plantuml-stats.html
    -xmlstats           To output general statistics in file plantuml-stats.xml
    -realtimestats      To generate statistics on the fly rather than at the end
    -loopstats          To continuously print statistics about usage
    -splash             To display a splash screen with some progress bar
    -progress           To display a textual progress bar in console</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a:buNone/>
            </a:pPr>
            <a:r>
              <a:rPr>
                <a:latin typeface="Courier"/>
              </a:rPr>
              <a:t>    -pipeimageindex N   To generate the Nth image with pipe option
    -stdlib             To print standard library info
    -extractstdlib      To extract PlantUML Standard Library into stdlib folder
    -filedir xxx        To behave as if the PlantUML source is in this dir (only affects '-pipe' and PicoWeb 'POST /render')
    -filename "example.puml"    To override %filename% variable
    -preproc            To output preprocessor text of diagrams
    -cypher             To cypher texts of diagrams so that you can share them
    -picoweb            To start internal HTTP Server. See https://plantuml.com/picoweb</a:t>
            </a:r>
          </a:p>
          <a:p>
            <a:pPr lvl="0"/>
            <a:r>
              <a:rPr/>
              <a:t>If needed, you can setup the environment variable GRAPHVIZ_DOT</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PlantUML Offline Usage</a:t>
            </a:r>
          </a:p>
          <a:p>
            <a:pPr lvl="0"/>
            <a:r>
              <a:rPr/>
              <a:t>PicoWeb Server: lightweight local server built into plantuml.jar (java -jar plantuml.jar -picoweb)</a:t>
            </a:r>
          </a:p>
          <a:p>
            <a:pPr lvl="0"/>
            <a:r>
              <a:rPr/>
              <a:t>Full PlantUML Server: JEE web application for team/enterprise use</a:t>
            </a:r>
          </a:p>
          <a:p>
            <a:pPr lvl="0"/>
            <a:r>
              <a:rPr/>
              <a:t>Command line: generate diagrams directly from .puml files with various output formats</a:t>
            </a:r>
          </a:p>
          <a:p>
            <a:pPr lvl="0"/>
            <a:r>
              <a:rPr/>
              <a:t>Offline usage ensures security, performance, and no dependency on external services</a:t>
            </a:r>
          </a:p>
          <a:p>
            <a:pPr lvl="0"/>
            <a:r>
              <a:rPr/>
              <a:t>Can process multiple files in batch for large projects</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D: PlantUML Integrations</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Wikis and Forums (GitHub, GitLab, Confluence, MediaWiki, etc.)</a:t>
            </a:r>
          </a:p>
          <a:p>
            <a:pPr lvl="0"/>
            <a:r>
              <a:rPr/>
              <a:t>Text Editors and IDEs (Eclipse, IntelliJ, VS Code, Visual Studio, etc.)</a:t>
            </a:r>
          </a:p>
          <a:p>
            <a:pPr lvl="0"/>
            <a:r>
              <a:rPr/>
              <a:t>Documentation Tools (Doxygen, Javadoc, Sphinx, etc.)</a:t>
            </a:r>
          </a:p>
          <a:p>
            <a:pPr lvl="0"/>
            <a:r>
              <a:rPr/>
              <a:t>Build and CI Tools</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Integrations with other tools</a:t>
            </a:r>
          </a:p>
        </p:txBody>
      </p:sp>
      <p:sp>
        <p:nvSpPr>
          <p:cNvPr id="3" name="Content Placeholder 2"/>
          <p:cNvSpPr>
            <a:spLocks noGrp="1"/>
          </p:cNvSpPr>
          <p:nvPr>
            <p:ph idx="1"/>
          </p:nvPr>
        </p:nvSpPr>
        <p:spPr/>
        <p:txBody>
          <a:bodyPr/>
          <a:lstStyle/>
          <a:p>
            <a:pPr lvl="0"/>
            <a:r>
              <a:rPr/>
              <a:t>PlantUML is integrated in a variety of external tools. See command-line for options to run it from the command line.</a:t>
            </a:r>
          </a:p>
          <a:p>
            <a:pPr lvl="1"/>
            <a:r>
              <a:rPr>
                <a:hlinkClick r:id="rId2"/>
              </a:rPr>
              <a:t>Running PlantUML from Other Tools</a:t>
            </a:r>
          </a:p>
          <a:p>
            <a:pPr lvl="1"/>
            <a:r>
              <a:rPr>
                <a:hlinkClick r:id="rId3"/>
              </a:rPr>
              <a:t>Plugins for PlantUML</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Wikis and Forums</a:t>
            </a:r>
          </a:p>
        </p:txBody>
      </p:sp>
      <p:pic>
        <p:nvPicPr>
          <p:cNvPr descr="https://plantuml.com/github3.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Make PlantUML diagrams easily accessible from markdown, GitHub flavored</a:t>
            </a:r>
          </a:p>
        </p:txBody>
      </p:sp>
      <p:pic>
        <p:nvPicPr>
          <p:cNvPr descr="https://plantuml.com/github3.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Marketplace on GitHub</a:t>
            </a:r>
          </a:p>
        </p:txBody>
      </p:sp>
      <p:pic>
        <p:nvPicPr>
          <p:cNvPr descr="https://plantuml.com/github3.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GitLab or GitHub integration with Markdown</a:t>
            </a:r>
          </a:p>
        </p:txBody>
      </p:sp>
      <p:pic>
        <p:nvPicPr>
          <p:cNvPr descr="https://plantuml.com/moinmoin.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MoinMoin</a:t>
            </a:r>
          </a:p>
        </p:txBody>
      </p:sp>
      <p:pic>
        <p:nvPicPr>
          <p:cNvPr descr="https://plantuml.com/icon_wordpress.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WordPress</a:t>
            </a:r>
          </a:p>
        </p:txBody>
      </p:sp>
      <p:pic>
        <p:nvPicPr>
          <p:cNvPr descr="https://plantuml.com/icon_discours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Integrate it with Discourse Forum</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Wikis and Forums</a:t>
            </a:r>
          </a:p>
        </p:txBody>
      </p:sp>
      <p:pic>
        <p:nvPicPr>
          <p:cNvPr descr="https://plantuml.com/nodebb.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NodeBB Forum</a:t>
            </a:r>
          </a:p>
        </p:txBody>
      </p:sp>
      <p:pic>
        <p:nvPicPr>
          <p:cNvPr descr="https://plantuml.com/mediawiki.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MediaWiki</a:t>
            </a:r>
          </a:p>
        </p:txBody>
      </p:sp>
      <p:pic>
        <p:nvPicPr>
          <p:cNvPr descr="https://plantuml.com/redmine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Redmine</a:t>
            </a:r>
          </a:p>
        </p:txBody>
      </p:sp>
      <p:pic>
        <p:nvPicPr>
          <p:cNvPr descr="https://plantuml.com/confluence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Confluence</a:t>
            </a:r>
          </a:p>
        </p:txBody>
      </p:sp>
      <p:pic>
        <p:nvPicPr>
          <p:cNvPr descr="https://plantuml.com/confluence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Confluence Cloud</a:t>
            </a:r>
          </a:p>
        </p:txBody>
      </p:sp>
      <p:pic>
        <p:nvPicPr>
          <p:cNvPr descr="https://plantuml.com/trac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Integrate it with Trac</a:t>
            </a:r>
          </a:p>
        </p:txBody>
      </p:sp>
    </p:spTree>
  </p:cSl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Wikis and Forums</a:t>
            </a:r>
          </a:p>
        </p:txBody>
      </p:sp>
      <p:pic>
        <p:nvPicPr>
          <p:cNvPr descr="https://plantuml.com/dokuwiki.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DokuWiki</a:t>
            </a:r>
            <a:r>
              <a:rPr/>
              <a:t> (see </a:t>
            </a:r>
            <a:r>
              <a:rPr>
                <a:hlinkClick r:id="rId3"/>
              </a:rPr>
              <a:t>Weatherwax issue solved</a:t>
            </a:r>
            <a:r>
              <a:rPr/>
              <a:t>)</a:t>
            </a:r>
          </a:p>
        </p:txBody>
      </p:sp>
      <p:pic>
        <p:nvPicPr>
          <p:cNvPr descr="https://plantuml.com/icon_xwiki.png" id="0" name="Picture 1">
            <a:hlinkClick r:id="rId5"/>
          </p:cNvPr>
          <p:cNvPicPr>
            <a:picLocks noGrp="1" noChangeAspect="1"/>
          </p:cNvPicPr>
          <p:nvPr/>
        </p:nvPicPr>
        <p:blipFill>
          <a:blip r:embed="rId4"/>
          <a:stretch>
            <a:fillRect/>
          </a:stretch>
        </p:blipFill>
        <p:spPr bwMode="auto">
          <a:xfrm>
            <a:off x="3937000" y="203200"/>
            <a:ext cx="4381500" cy="4381500"/>
          </a:xfrm>
          <a:prstGeom prst="rect">
            <a:avLst/>
          </a:prstGeom>
          <a:noFill/>
          <a:ln w="9525">
            <a:noFill/>
            <a:headEnd/>
            <a:tailEnd/>
          </a:ln>
        </p:spPr>
      </p:pic>
    </p:spTree>
  </p:cSl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XWiki</a:t>
            </a:r>
          </a:p>
        </p:txBody>
      </p:sp>
      <p:pic>
        <p:nvPicPr>
          <p:cNvPr descr="https://plantuml.com/pmwiki.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PmWiki</a:t>
            </a:r>
          </a:p>
        </p:txBody>
      </p:sp>
      <p:pic>
        <p:nvPicPr>
          <p:cNvPr descr="https://plantuml.com/tiddlywiki_icon.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TiddlyWiki</a:t>
            </a:r>
          </a:p>
        </p:txBody>
      </p:sp>
      <p:pic>
        <p:nvPicPr>
          <p:cNvPr descr="https://plantuml.com/ikiwiki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Ikiwiki</a:t>
            </a:r>
          </a:p>
        </p:txBody>
      </p:sp>
      <p:pic>
        <p:nvPicPr>
          <p:cNvPr descr="https://plantuml.com/jekyll4.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Integrate it with Jekyll</a:t>
            </a:r>
          </a:p>
        </p:txBody>
      </p:sp>
    </p:spTree>
  </p:cSl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Wikis and Forums</a:t>
            </a:r>
          </a:p>
        </p:txBody>
      </p:sp>
      <p:pic>
        <p:nvPicPr>
          <p:cNvPr descr="https://plantuml.com/publet.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Publet</a:t>
            </a:r>
          </a:p>
        </p:txBody>
      </p:sp>
      <p:pic>
        <p:nvPicPr>
          <p:cNvPr descr="https://plantuml.com/zim.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Zim</a:t>
            </a:r>
          </a:p>
        </p:txBody>
      </p:sp>
      <p:pic>
        <p:nvPicPr>
          <p:cNvPr descr="https://plantuml.com/fitness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Fitnesse</a:t>
            </a:r>
          </a:p>
        </p:txBody>
      </p:sp>
      <p:pic>
        <p:nvPicPr>
          <p:cNvPr descr="https://plantuml.com/slack.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Integrate it with Slack</a:t>
            </a:r>
          </a:p>
        </p:txBody>
      </p:sp>
    </p:spTree>
  </p:cSl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Text editors and IDE</a:t>
            </a:r>
          </a:p>
        </p:txBody>
      </p:sp>
      <p:pic>
        <p:nvPicPr>
          <p:cNvPr descr="https://plantuml.com/qownnotes.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Render PlantUML Diagrams for QOwnNotes editor</a:t>
            </a:r>
          </a:p>
        </p:txBody>
      </p:sp>
      <p:pic>
        <p:nvPicPr>
          <p:cNvPr descr="https://plantuml.com/astah.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Connecting Astah and PlantUML</a:t>
            </a:r>
          </a:p>
        </p:txBody>
      </p:sp>
      <p:pic>
        <p:nvPicPr>
          <p:cNvPr descr="https://plantuml.com/tinymce_icon.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TinyMCE Editor</a:t>
            </a:r>
          </a:p>
        </p:txBody>
      </p:sp>
      <p:pic>
        <p:nvPicPr>
          <p:cNvPr descr="https://plantuml.com/ckeditor_icon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CKeditor</a:t>
            </a:r>
          </a:p>
        </p:txBody>
      </p:sp>
      <p:pic>
        <p:nvPicPr>
          <p:cNvPr descr="https://plantuml.com/eclips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the Eclipse Plugin</a:t>
            </a:r>
          </a:p>
        </p:txBody>
      </p:sp>
      <p:pic>
        <p:nvPicPr>
          <p:cNvPr descr="https://plantuml.com/netbeans.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Use a NetBeans Plugin</a:t>
            </a:r>
          </a:p>
        </p:txBody>
      </p:sp>
    </p:spTree>
  </p:cSld>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Text editors and IDE</a:t>
            </a:r>
          </a:p>
        </p:txBody>
      </p:sp>
      <p:pic>
        <p:nvPicPr>
          <p:cNvPr descr="https://plantuml.com/netbeans.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NetBeans</a:t>
            </a:r>
          </a:p>
        </p:txBody>
      </p:sp>
      <p:pic>
        <p:nvPicPr>
          <p:cNvPr descr="https://plantuml.com/intellij-idea.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Intellij idea</a:t>
            </a:r>
          </a:p>
        </p:txBody>
      </p:sp>
      <p:pic>
        <p:nvPicPr>
          <p:cNvPr descr="https://plantuml.com/word.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Run it directly from </a:t>
            </a:r>
            <a:r>
              <a:rPr i="1">
                <a:hlinkClick r:id="rId3"/>
              </a:rPr>
              <a:t>Word</a:t>
            </a:r>
          </a:p>
        </p:txBody>
      </p:sp>
      <p:pic>
        <p:nvPicPr>
          <p:cNvPr descr="https://plantuml.com/word.jpg" id="0" name="Picture 1">
            <a:hlinkClick r:id="rId5"/>
          </p:cNvPr>
          <p:cNvPicPr>
            <a:picLocks noGrp="1" noChangeAspect="1"/>
          </p:cNvPicPr>
          <p:nvPr/>
        </p:nvPicPr>
        <p:blipFill>
          <a:blip r:embed="rId4"/>
          <a:stretch>
            <a:fillRect/>
          </a:stretch>
        </p:blipFill>
        <p:spPr bwMode="auto">
          <a:xfrm>
            <a:off x="3937000" y="203200"/>
            <a:ext cx="4381500" cy="4381500"/>
          </a:xfrm>
          <a:prstGeom prst="rect">
            <a:avLst/>
          </a:prstGeom>
          <a:noFill/>
          <a:ln w="9525">
            <a:noFill/>
            <a:headEnd/>
            <a:tailEnd/>
          </a:ln>
        </p:spPr>
      </p:pic>
    </p:spTree>
  </p:cSl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Gizmo to render PlantUML diagrams within </a:t>
            </a:r>
            <a:r>
              <a:rPr i="1">
                <a:hlinkClick r:id="rId3"/>
              </a:rPr>
              <a:t>Word</a:t>
            </a:r>
          </a:p>
        </p:txBody>
      </p:sp>
      <p:pic>
        <p:nvPicPr>
          <p:cNvPr descr="https://plantuml.com/openoffice.png" id="0" name="Picture 1">
            <a:hlinkClick r:id="rId5"/>
          </p:cNvPr>
          <p:cNvPicPr>
            <a:picLocks noGrp="1" noChangeAspect="1"/>
          </p:cNvPicPr>
          <p:nvPr/>
        </p:nvPicPr>
        <p:blipFill>
          <a:blip r:embed="rId4"/>
          <a:stretch>
            <a:fillRect/>
          </a:stretch>
        </p:blipFill>
        <p:spPr bwMode="auto">
          <a:xfrm>
            <a:off x="3937000" y="203200"/>
            <a:ext cx="4381500" cy="4381500"/>
          </a:xfrm>
          <a:prstGeom prst="rect">
            <a:avLst/>
          </a:prstGeom>
          <a:noFill/>
          <a:ln w="9525">
            <a:noFill/>
            <a:headEnd/>
            <a:tailEnd/>
          </a:ln>
        </p:spPr>
      </p:pic>
    </p:spTree>
  </p:cSl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Run it directly from </a:t>
            </a:r>
            <a:r>
              <a:rPr i="1">
                <a:hlinkClick r:id="rId3"/>
              </a:rPr>
              <a:t>Open Office</a:t>
            </a:r>
          </a:p>
        </p:txBody>
      </p:sp>
    </p:spTree>
  </p:cSl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Text editors and IDE</a:t>
            </a:r>
          </a:p>
        </p:txBody>
      </p:sp>
      <p:pic>
        <p:nvPicPr>
          <p:cNvPr descr="https://plantuml.com/emacs.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Run it from Emacs</a:t>
            </a:r>
          </a:p>
        </p:txBody>
      </p:sp>
      <p:pic>
        <p:nvPicPr>
          <p:cNvPr descr="https://plantuml.com/sublim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Run it from Sublime Text Editor</a:t>
            </a:r>
          </a:p>
        </p:txBody>
      </p:sp>
      <p:pic>
        <p:nvPicPr>
          <p:cNvPr descr="https://plantuml.com/vim.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Run it from VIM</a:t>
            </a:r>
            <a:r>
              <a:rPr/>
              <a:t> (And use </a:t>
            </a:r>
            <a:r>
              <a:rPr>
                <a:hlinkClick r:id="rId3"/>
              </a:rPr>
              <a:t>F5 key</a:t>
            </a:r>
            <a:r>
              <a:rPr/>
              <a:t>, </a:t>
            </a:r>
            <a:r>
              <a:rPr>
                <a:hlinkClick r:id="rId4"/>
              </a:rPr>
              <a:t>Syntax</a:t>
            </a:r>
            <a:r>
              <a:rPr/>
              <a:t>, or </a:t>
            </a:r>
            <a:r>
              <a:rPr>
                <a:hlinkClick r:id="rId5"/>
              </a:rPr>
              <a:t>PaperColor</a:t>
            </a:r>
            <a:r>
              <a:rPr/>
              <a:t>)</a:t>
            </a:r>
          </a:p>
        </p:txBody>
      </p:sp>
      <p:pic>
        <p:nvPicPr>
          <p:cNvPr descr="https://plantuml.com/latex.png" id="0" name="Picture 1">
            <a:hlinkClick r:id="rId7"/>
          </p:cNvPr>
          <p:cNvPicPr>
            <a:picLocks noGrp="1" noChangeAspect="1"/>
          </p:cNvPicPr>
          <p:nvPr/>
        </p:nvPicPr>
        <p:blipFill>
          <a:blip r:embed="rId6"/>
          <a:stretch>
            <a:fillRect/>
          </a:stretch>
        </p:blipFill>
        <p:spPr bwMode="auto">
          <a:xfrm>
            <a:off x="3937000" y="203200"/>
            <a:ext cx="4381500" cy="4381500"/>
          </a:xfrm>
          <a:prstGeom prst="rect">
            <a:avLst/>
          </a:prstGeom>
          <a:noFill/>
          <a:ln w="9525">
            <a:noFill/>
            <a:headEnd/>
            <a:tailEnd/>
          </a:ln>
        </p:spPr>
      </p:pic>
    </p:spTree>
  </p:cSld>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LaTeX</a:t>
            </a:r>
          </a:p>
        </p:txBody>
      </p:sp>
      <p:pic>
        <p:nvPicPr>
          <p:cNvPr descr="https://plantuml.com/mbeddr.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mbeddr</a:t>
            </a:r>
          </a:p>
        </p:txBody>
      </p:sp>
      <p:pic>
        <p:nvPicPr>
          <p:cNvPr descr="https://plantuml.com/gedit.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Use it with GEdit</a:t>
            </a:r>
          </a:p>
        </p:txBody>
      </p:sp>
    </p:spTree>
  </p:cSld>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Text editors and IDE</a:t>
            </a:r>
          </a:p>
        </p:txBody>
      </p:sp>
      <p:pic>
        <p:nvPicPr>
          <p:cNvPr descr="https://plantuml.com/brackets_icon.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Brackets</a:t>
            </a:r>
          </a:p>
        </p:txBody>
      </p:sp>
      <p:pic>
        <p:nvPicPr>
          <p:cNvPr descr="https://plantuml.com/atom.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Atom</a:t>
            </a:r>
          </a:p>
        </p:txBody>
      </p:sp>
      <p:pic>
        <p:nvPicPr>
          <p:cNvPr descr="https://plantuml.com/atom.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PlantUML language package for Atom</a:t>
            </a:r>
          </a:p>
        </p:txBody>
      </p:sp>
      <p:pic>
        <p:nvPicPr>
          <p:cNvPr descr="https://plantuml.com/notepad.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UDL for Notepad++ to support the PlantUML language syntax</a:t>
            </a:r>
          </a:p>
        </p:txBody>
      </p:sp>
      <p:pic>
        <p:nvPicPr>
          <p:cNvPr descr="https://plantuml.com/icon_vscod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Visual Studio Code plugin</a:t>
            </a:r>
          </a:p>
        </p:txBody>
      </p:sp>
      <p:pic>
        <p:nvPicPr>
          <p:cNvPr descr="https://plantuml.com/icon_vscod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Another Visual Studio Code plugin</a:t>
            </a:r>
          </a:p>
        </p:txBody>
      </p:sp>
    </p:spTree>
  </p:cSld>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Text editors and IDE</a:t>
            </a:r>
          </a:p>
        </p:txBody>
      </p:sp>
      <p:pic>
        <p:nvPicPr>
          <p:cNvPr descr="https://plantuml.com/icon_vscode.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PlantUML syntax highlighter</a:t>
            </a:r>
          </a:p>
        </p:txBody>
      </p:sp>
      <p:pic>
        <p:nvPicPr>
          <p:cNvPr descr="https://plantuml.com/matlab.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Generates UML class diagrams from MATLAB m-code</a:t>
            </a:r>
          </a:p>
        </p:txBody>
      </p:sp>
    </p:spTree>
  </p:cSld>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Programming language</a:t>
            </a:r>
          </a:p>
        </p:txBody>
      </p:sp>
      <p:pic>
        <p:nvPicPr>
          <p:cNvPr descr="https://plantuml.com/markdown.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Markdown</a:t>
            </a:r>
          </a:p>
        </p:txBody>
      </p:sp>
      <p:pic>
        <p:nvPicPr>
          <p:cNvPr descr="https://plantuml.com/jquery.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from HTML code with JQuery</a:t>
            </a:r>
          </a:p>
        </p:txBody>
      </p:sp>
      <p:pic>
        <p:nvPicPr>
          <p:cNvPr descr="https://plantuml.com/joii.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JOII-based classes diagram generator</a:t>
            </a:r>
          </a:p>
        </p:txBody>
      </p:sp>
      <p:pic>
        <p:nvPicPr>
          <p:cNvPr descr="https://plantuml.com/icon_php.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Call it from PHP</a:t>
            </a:r>
          </a:p>
        </p:txBody>
      </p:sp>
      <p:pic>
        <p:nvPicPr>
          <p:cNvPr descr="https://plantuml.com/api.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Call it from Java</a:t>
            </a:r>
          </a:p>
        </p:txBody>
      </p:sp>
      <p:pic>
        <p:nvPicPr>
          <p:cNvPr descr="https://plantuml.com/python-icon.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Call it from Python</a:t>
            </a:r>
          </a:p>
        </p:txBody>
      </p:sp>
    </p:spTree>
  </p:cSld>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Programming language</a:t>
            </a:r>
          </a:p>
        </p:txBody>
      </p:sp>
      <p:pic>
        <p:nvPicPr>
          <p:cNvPr descr="https://plantuml.com/python-icon.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Another python remote client interface</a:t>
            </a:r>
          </a:p>
        </p:txBody>
      </p:sp>
      <p:pic>
        <p:nvPicPr>
          <p:cNvPr descr="https://plantuml.com/python-icon.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Integration with IPython</a:t>
            </a:r>
          </a:p>
        </p:txBody>
      </p:sp>
      <p:pic>
        <p:nvPicPr>
          <p:cNvPr descr="https://plantuml.com/python-icon.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Python tools for PlantUML</a:t>
            </a:r>
          </a:p>
        </p:txBody>
      </p:sp>
      <p:pic>
        <p:nvPicPr>
          <p:cNvPr descr="https://plantuml.com/groovy.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Call it from Groovy</a:t>
            </a:r>
          </a:p>
        </p:txBody>
      </p:sp>
      <p:pic>
        <p:nvPicPr>
          <p:cNvPr descr="https://plantuml.com/groovy.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builder pattern with Groovy PlantUML builder</a:t>
            </a:r>
          </a:p>
        </p:txBody>
      </p:sp>
      <p:pic>
        <p:nvPicPr>
          <p:cNvPr descr="https://plantuml.com/dos.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Use command line</a:t>
            </a:r>
          </a:p>
        </p:txBody>
      </p:sp>
    </p:spTree>
  </p:cSld>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Programming language</a:t>
            </a:r>
          </a:p>
        </p:txBody>
      </p:sp>
      <p:pic>
        <p:nvPicPr>
          <p:cNvPr descr="https://plantuml.com/ant.jp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Write an ANT task</a:t>
            </a:r>
          </a:p>
        </p:txBody>
      </p:sp>
      <p:pic>
        <p:nvPicPr>
          <p:cNvPr descr="https://plantuml.com/maven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the Maven2 plugin</a:t>
            </a:r>
          </a:p>
        </p:txBody>
      </p:sp>
      <p:pic>
        <p:nvPicPr>
          <p:cNvPr descr="https://plantuml.com/gradle-icon-512x51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Gradle</a:t>
            </a:r>
          </a:p>
        </p:txBody>
      </p:sp>
      <p:pic>
        <p:nvPicPr>
          <p:cNvPr descr="https://plantuml.com/salesforce.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on Salesforce.com with Apex</a:t>
            </a:r>
          </a:p>
        </p:txBody>
      </p:sp>
      <p:pic>
        <p:nvPicPr>
          <p:cNvPr descr="https://plantuml.com/lein.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A Leiningen plugin for generating UML diagrams using PlantUML</a:t>
            </a:r>
          </a:p>
        </p:txBody>
      </p:sp>
      <p:pic>
        <p:nvPicPr>
          <p:cNvPr descr="https://plantuml.com/lisp.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Emacs Lisp DSL for PlantUML</a:t>
            </a:r>
          </a:p>
        </p:txBody>
      </p:sp>
      <p:pic>
        <p:nvPicPr>
          <p:cNvPr descr="https://plantuml.com/icon_php.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Generate PHP classes from your PlantUML diagram</a:t>
            </a:r>
          </a:p>
        </p:txBody>
      </p:sp>
    </p:spTree>
  </p:cSld>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Generated Documentation</a:t>
            </a:r>
          </a:p>
        </p:txBody>
      </p:sp>
      <p:pic>
        <p:nvPicPr>
          <p:cNvPr descr="https://plantuml.com/sql.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Create logical and physical database diagrams and generate DDL files.</a:t>
            </a:r>
          </a:p>
        </p:txBody>
      </p:sp>
      <p:pic>
        <p:nvPicPr>
          <p:cNvPr descr="https://plantuml.com/helm.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Helm chart for PlantUML.</a:t>
            </a:r>
          </a:p>
        </p:txBody>
      </p:sp>
      <p:pic>
        <p:nvPicPr>
          <p:cNvPr descr="https://plantuml.com/nikola.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Markdown extension for PlantUML and Nikola.</a:t>
            </a:r>
          </a:p>
        </p:txBody>
      </p:sp>
      <p:pic>
        <p:nvPicPr>
          <p:cNvPr descr="https://plantuml.com/nikola.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Renders PlantUML files from Nikola.</a:t>
            </a:r>
          </a:p>
        </p:txBody>
      </p:sp>
      <p:pic>
        <p:nvPicPr>
          <p:cNvPr descr="https://plantuml.com/jsdoc.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JSDoc plugin to use PlantUML inside javascript documentation.</a:t>
            </a:r>
          </a:p>
        </p:txBody>
      </p:sp>
    </p:spTree>
  </p:cSld>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Generated Documentation</a:t>
            </a:r>
          </a:p>
        </p:txBody>
      </p:sp>
      <p:pic>
        <p:nvPicPr>
          <p:cNvPr descr="https://plantuml.com/swagger.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Simple tool to turn a swagger api spec into a uml class diagram.</a:t>
            </a:r>
          </a:p>
        </p:txBody>
      </p:sp>
      <p:pic>
        <p:nvPicPr>
          <p:cNvPr descr="https://plantuml.com/swagger.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Convert OpenAPI specifications to PlantUML diagrams.</a:t>
            </a:r>
          </a:p>
        </p:txBody>
      </p:sp>
      <p:pic>
        <p:nvPicPr>
          <p:cNvPr descr="https://plantuml.com/swagger.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Generate UML Diagrams for Given Swagger Definition.</a:t>
            </a:r>
          </a:p>
        </p:txBody>
      </p:sp>
      <p:pic>
        <p:nvPicPr>
          <p:cNvPr descr="https://plantuml.com/lyx.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LyX.</a:t>
            </a:r>
          </a:p>
        </p:txBody>
      </p:sp>
      <p:pic>
        <p:nvPicPr>
          <p:cNvPr descr="https://plantuml.com/icon_plantuml.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Reverse Engineering with PlantUML Dependency</a:t>
            </a:r>
          </a:p>
        </p:txBody>
      </p:sp>
    </p:spTree>
  </p:cSld>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Generated Documentation</a:t>
            </a:r>
          </a:p>
        </p:txBody>
      </p:sp>
      <p:pic>
        <p:nvPicPr>
          <p:cNvPr descr="https://plantuml.com/apache.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a:t>
            </a:r>
            <a:r>
              <a:rPr i="1">
                <a:hlinkClick r:id="rId3"/>
              </a:rPr>
              <a:t>Almost Plain Text (APT)</a:t>
            </a:r>
            <a:r>
              <a:rPr>
                <a:hlinkClick r:id="rId4"/>
              </a:rPr>
              <a:t> files</a:t>
            </a:r>
          </a:p>
        </p:txBody>
      </p:sp>
      <p:pic>
        <p:nvPicPr>
          <p:cNvPr descr="https://plantuml.com/html.jpg" id="0" name="Picture 1">
            <a:hlinkClick r:id="rId6"/>
          </p:cNvPr>
          <p:cNvPicPr>
            <a:picLocks noGrp="1" noChangeAspect="1"/>
          </p:cNvPicPr>
          <p:nvPr/>
        </p:nvPicPr>
        <p:blipFill>
          <a:blip r:embed="rId5"/>
          <a:stretch>
            <a:fillRect/>
          </a:stretch>
        </p:blipFill>
        <p:spPr bwMode="auto">
          <a:xfrm>
            <a:off x="3937000" y="203200"/>
            <a:ext cx="4381500" cy="4381500"/>
          </a:xfrm>
          <a:prstGeom prst="rect">
            <a:avLst/>
          </a:prstGeom>
          <a:noFill/>
          <a:ln w="9525">
            <a:noFill/>
            <a:headEnd/>
            <a:tailEnd/>
          </a:ln>
        </p:spPr>
      </p:pic>
    </p:spTree>
  </p:cSld>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Generate diagrams with Javadoc</a:t>
            </a:r>
          </a:p>
        </p:txBody>
      </p:sp>
      <p:pic>
        <p:nvPicPr>
          <p:cNvPr descr="https://plantuml.com/html.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Generate diagrams with Javadoc and PlantUML Taglet</a:t>
            </a:r>
          </a:p>
        </p:txBody>
      </p:sp>
      <p:pic>
        <p:nvPicPr>
          <p:cNvPr descr="https://plantuml.com/doxygen.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Doxygen</a:t>
            </a:r>
          </a:p>
        </p:txBody>
      </p:sp>
      <p:pic>
        <p:nvPicPr>
          <p:cNvPr descr="https://plantuml.com/docutils.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docutils</a:t>
            </a:r>
          </a:p>
        </p:txBody>
      </p:sp>
      <p:pic>
        <p:nvPicPr>
          <p:cNvPr descr="https://plantuml.com/asciidoc.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Use it with AsciiDoc</a:t>
            </a:r>
          </a:p>
        </p:txBody>
      </p:sp>
    </p:spTree>
  </p:cSld>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Generated Documentation</a:t>
            </a:r>
          </a:p>
        </p:txBody>
      </p:sp>
      <p:pic>
        <p:nvPicPr>
          <p:cNvPr descr="https://plantuml.com/asciidoctor.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Asciidoctor</a:t>
            </a:r>
          </a:p>
        </p:txBody>
      </p:sp>
      <p:pic>
        <p:nvPicPr>
          <p:cNvPr descr="https://plantuml.com/duke.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Generate UML description from Java sources using a doclet</a:t>
            </a:r>
          </a:p>
        </p:txBody>
      </p:sp>
      <p:pic>
        <p:nvPicPr>
          <p:cNvPr descr="https://plantuml.com/duke.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Pegdown</a:t>
            </a:r>
          </a:p>
        </p:txBody>
      </p:sp>
      <p:pic>
        <p:nvPicPr>
          <p:cNvPr descr="https://plantuml.com/duke.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enhanced Doclet</a:t>
            </a:r>
          </a:p>
        </p:txBody>
      </p:sp>
      <p:pic>
        <p:nvPicPr>
          <p:cNvPr descr="https://plantuml.com/csharp.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Generate UML from C# sources</a:t>
            </a:r>
          </a:p>
        </p:txBody>
      </p:sp>
    </p:spTree>
  </p:cSld>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Generated Documentation</a:t>
            </a:r>
          </a:p>
        </p:txBody>
      </p:sp>
      <p:pic>
        <p:nvPicPr>
          <p:cNvPr descr="https://plantuml.com/icon_scala.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Generate UML from Scaladoc</a:t>
            </a:r>
          </a:p>
        </p:txBody>
      </p:sp>
      <p:pic>
        <p:nvPicPr>
          <p:cNvPr descr="https://plantuml.com/sphinx.png" id="0" name="Picture 1">
            <a:hlinkClick r:id="rId4"/>
          </p:cNvPr>
          <p:cNvPicPr>
            <a:picLocks noGrp="1" noChangeAspect="1"/>
          </p:cNvPicPr>
          <p:nvPr/>
        </p:nvPicPr>
        <p:blipFill>
          <a:blip r:embed="rId3"/>
          <a:stretch>
            <a:fillRect/>
          </a:stretch>
        </p:blipFill>
        <p:spPr bwMode="auto">
          <a:xfrm>
            <a:off x="3797300" y="203200"/>
            <a:ext cx="4660900" cy="4381500"/>
          </a:xfrm>
          <a:prstGeom prst="rect">
            <a:avLst/>
          </a:prstGeom>
          <a:noFill/>
          <a:ln w="9525">
            <a:noFill/>
            <a:headEnd/>
            <a:tailEnd/>
          </a:ln>
        </p:spPr>
      </p:pic>
    </p:spTree>
  </p:cSld>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Sphinx</a:t>
            </a:r>
          </a:p>
        </p:txBody>
      </p:sp>
      <p:pic>
        <p:nvPicPr>
          <p:cNvPr descr="https://plantuml.com/sql.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Generate PlantUML diagrams from </a:t>
            </a:r>
            <a:r>
              <a:rPr i="1">
                <a:hlinkClick r:id="rId3"/>
              </a:rPr>
              <a:t>SqlALchemy</a:t>
            </a:r>
            <a:r>
              <a:rPr>
                <a:hlinkClick r:id="rId4"/>
              </a:rPr>
              <a:t> models</a:t>
            </a:r>
          </a:p>
        </p:txBody>
      </p:sp>
      <p:pic>
        <p:nvPicPr>
          <p:cNvPr descr="https://plantuml.com/lua.png" id="0" name="Picture 1">
            <a:hlinkClick r:id="rId6"/>
          </p:cNvPr>
          <p:cNvPicPr>
            <a:picLocks noGrp="1" noChangeAspect="1"/>
          </p:cNvPicPr>
          <p:nvPr/>
        </p:nvPicPr>
        <p:blipFill>
          <a:blip r:embed="rId5"/>
          <a:stretch>
            <a:fillRect/>
          </a:stretch>
        </p:blipFill>
        <p:spPr bwMode="auto">
          <a:xfrm>
            <a:off x="3937000" y="203200"/>
            <a:ext cx="4381500" cy="4381500"/>
          </a:xfrm>
          <a:prstGeom prst="rect">
            <a:avLst/>
          </a:prstGeom>
          <a:noFill/>
          <a:ln w="9525">
            <a:noFill/>
            <a:headEnd/>
            <a:tailEnd/>
          </a:ln>
        </p:spPr>
      </p:pic>
    </p:spTree>
  </p:cSld>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Generate PlantUML diagram for Lua with LDoc</a:t>
            </a:r>
          </a:p>
        </p:txBody>
      </p:sp>
      <p:pic>
        <p:nvPicPr>
          <p:cNvPr descr="https://plantuml.com/grails.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Generate PlantUML diagrams from grails project sources</a:t>
            </a:r>
          </a:p>
        </p:txBody>
      </p:sp>
      <p:pic>
        <p:nvPicPr>
          <p:cNvPr descr="https://plantuml.com/icon_php.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Create PlantUML class diagrams from your PHP source.</a:t>
            </a:r>
          </a:p>
        </p:txBody>
      </p:sp>
    </p:spTree>
  </p:cSld>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Generated Documentation</a:t>
            </a:r>
          </a:p>
        </p:txBody>
      </p:sp>
      <p:pic>
        <p:nvPicPr>
          <p:cNvPr descr="https://plantuml.com/robodoc.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PlantUML with ROBODoc.</a:t>
            </a:r>
          </a:p>
        </p:txBody>
      </p:sp>
      <p:pic>
        <p:nvPicPr>
          <p:cNvPr descr="https://plantuml.com/pandoc.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PlantUML with Pandoc.</a:t>
            </a:r>
          </a:p>
        </p:txBody>
      </p:sp>
      <p:pic>
        <p:nvPicPr>
          <p:cNvPr descr="https://plantuml.com/sbt.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PlantUML with Sbt, the interactive build tool.</a:t>
            </a:r>
          </a:p>
        </p:txBody>
      </p:sp>
      <p:pic>
        <p:nvPicPr>
          <p:cNvPr descr="https://plantuml.com/gulp.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Gulp plugin for automated generation of diagrams.</a:t>
            </a:r>
          </a:p>
        </p:txBody>
      </p:sp>
      <p:pic>
        <p:nvPicPr>
          <p:cNvPr descr="https://plantuml.com/nodejs.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Node.Js module for processing PlantUML</a:t>
            </a:r>
          </a:p>
        </p:txBody>
      </p:sp>
      <p:pic>
        <p:nvPicPr>
          <p:cNvPr descr="https://plantuml.com/nodejs.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Another Node.js module and CLI</a:t>
            </a:r>
          </a:p>
        </p:txBody>
      </p:sp>
    </p:spTree>
  </p:cSld>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Generated Documentation</a:t>
            </a:r>
          </a:p>
        </p:txBody>
      </p:sp>
      <p:pic>
        <p:nvPicPr>
          <p:cNvPr descr="https://plantuml.com/typedoc.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Plugin for TypeDoc for TypeScript programs</a:t>
            </a:r>
          </a:p>
        </p:txBody>
      </p:sp>
      <p:pic>
        <p:nvPicPr>
          <p:cNvPr descr="https://plantuml.com/duke.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Maven plugin to inspect at compile time</a:t>
            </a:r>
          </a:p>
        </p:txBody>
      </p:sp>
      <p:pic>
        <p:nvPicPr>
          <p:cNvPr descr="https://plantuml.com/helm.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Show the recursive dependencies of a Helm Chart</a:t>
            </a:r>
            <a:r>
              <a:rPr/>
              <a:t>-</a:t>
            </a:r>
          </a:p>
        </p:txBody>
      </p:sp>
    </p:spTree>
  </p:cSld>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Online Editors</a:t>
            </a:r>
          </a:p>
        </p:txBody>
      </p:sp>
      <p:pic>
        <p:nvPicPr>
          <p:cNvPr descr="https://plantuml.com/gizmo.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Create and update UML diagrams inside of Google Docs</a:t>
            </a:r>
            <a:r>
              <a:rPr/>
              <a:t>,</a:t>
            </a:r>
          </a:p>
        </p:txBody>
      </p:sp>
      <p:pic>
        <p:nvPicPr>
          <p:cNvPr descr="https://plantuml.com/tomcat.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the online servlet</a:t>
            </a:r>
            <a:r>
              <a:rPr/>
              <a:t>, </a:t>
            </a:r>
            <a:r>
              <a:rPr>
                <a:hlinkClick r:id="rId3"/>
              </a:rPr>
              <a:t>(Explanation here)</a:t>
            </a:r>
          </a:p>
        </p:txBody>
      </p:sp>
      <p:pic>
        <p:nvPicPr>
          <p:cNvPr descr="https://plantuml.com/dotnet.jpg" id="0" name="Picture 1">
            <a:hlinkClick r:id="rId5"/>
          </p:cNvPr>
          <p:cNvPicPr>
            <a:picLocks noGrp="1" noChangeAspect="1"/>
          </p:cNvPicPr>
          <p:nvPr/>
        </p:nvPicPr>
        <p:blipFill>
          <a:blip r:embed="rId4"/>
          <a:stretch>
            <a:fillRect/>
          </a:stretch>
        </p:blipFill>
        <p:spPr bwMode="auto">
          <a:xfrm>
            <a:off x="3937000" y="203200"/>
            <a:ext cx="4381500" cy="4381500"/>
          </a:xfrm>
          <a:prstGeom prst="rect">
            <a:avLst/>
          </a:prstGeom>
          <a:noFill/>
          <a:ln w="9525">
            <a:noFill/>
            <a:headEnd/>
            <a:tailEnd/>
          </a:ln>
        </p:spPr>
      </p:pic>
    </p:spTree>
  </p:cSld>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Codeuml - design UML diagrams as fast as you can code</a:t>
            </a:r>
          </a:p>
        </p:txBody>
      </p:sp>
      <p:pic>
        <p:nvPicPr>
          <p:cNvPr descr="https://plantuml.com/planttext.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PlantText UML Editor</a:t>
            </a:r>
          </a:p>
        </p:txBody>
      </p:sp>
    </p:spTree>
  </p:cSld>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Online Editors</a:t>
            </a:r>
          </a:p>
        </p:txBody>
      </p:sp>
      <p:pic>
        <p:nvPicPr>
          <p:cNvPr descr="https://plantuml.com/seeduml.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Seeduml</a:t>
            </a:r>
          </a:p>
        </p:txBody>
      </p:sp>
      <p:pic>
        <p:nvPicPr>
          <p:cNvPr descr="https://plantuml.com/etherpad.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EtherPlant on Etherpad</a:t>
            </a:r>
          </a:p>
        </p:txBody>
      </p:sp>
      <p:pic>
        <p:nvPicPr>
          <p:cNvPr descr="https://plantuml.com/dos.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Emacs/vim online Editor</a:t>
            </a:r>
          </a:p>
        </p:txBody>
      </p:sp>
      <p:pic>
        <p:nvPicPr>
          <p:cNvPr descr="https://plantuml.com/texwriting.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TexWriting online Editor</a:t>
            </a:r>
          </a:p>
        </p:txBody>
      </p:sp>
    </p:spTree>
  </p:cSld>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Other</a:t>
            </a:r>
          </a:p>
        </p:txBody>
      </p:sp>
      <p:pic>
        <p:nvPicPr>
          <p:cNvPr descr="https://plantuml.com/npm.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Node.js CLI tool that allows for live-reloading and exporting PlantUML.</a:t>
            </a:r>
          </a:p>
        </p:txBody>
      </p:sp>
      <p:pic>
        <p:nvPicPr>
          <p:cNvPr descr="https://plantuml.com/powerpoint.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Embed PlantUml diagrams in PowerPoint presentations.</a:t>
            </a:r>
          </a:p>
        </p:txBody>
      </p:sp>
      <p:pic>
        <p:nvPicPr>
          <p:cNvPr descr="https://plantuml.com/chrom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A Chrome / Firefox extension for visualizing PlantUML descriptions.</a:t>
            </a:r>
          </a:p>
        </p:txBody>
      </p:sp>
      <p:pic>
        <p:nvPicPr>
          <p:cNvPr descr="https://plantuml.com/icon_docker.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the Docker repository</a:t>
            </a:r>
          </a:p>
        </p:txBody>
      </p:sp>
      <p:pic>
        <p:nvPicPr>
          <p:cNvPr descr="https://plantuml.com/gitlab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PlantUML with GitLab.org / GitLab Community Edition</a:t>
            </a:r>
          </a:p>
        </p:txBody>
      </p:sp>
      <p:pic>
        <p:nvPicPr>
          <p:cNvPr descr="https://plantuml.com/github3.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PlantUML with Github Gist and Gitlab Support</a:t>
            </a:r>
          </a:p>
        </p:txBody>
      </p:sp>
    </p:spTree>
  </p:cSld>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Other</a:t>
            </a:r>
          </a:p>
        </p:txBody>
      </p:sp>
      <p:pic>
        <p:nvPicPr>
          <p:cNvPr descr="https://plantuml.com/github3.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A GitBucket plugin renders PlantUML sources</a:t>
            </a:r>
          </a:p>
        </p:txBody>
      </p:sp>
      <p:pic>
        <p:nvPicPr>
          <p:cNvPr descr="https://plantuml.com/sap.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Auto generating UML diagrams from SAP/ABAP code</a:t>
            </a:r>
          </a:p>
        </p:txBody>
      </p:sp>
      <p:pic>
        <p:nvPicPr>
          <p:cNvPr descr="https://plantuml.com/puseicon.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Puse editor</a:t>
            </a:r>
          </a:p>
        </p:txBody>
      </p:sp>
      <p:pic>
        <p:nvPicPr>
          <p:cNvPr descr="https://plantuml.com/chrom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PlantUML Chrome extension</a:t>
            </a:r>
          </a:p>
        </p:txBody>
      </p:sp>
      <p:pic>
        <p:nvPicPr>
          <p:cNvPr descr="https://plantuml.com/heroku.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Cloud version with Renderist on herokuapp.com</a:t>
            </a:r>
          </a:p>
        </p:txBody>
      </p:sp>
      <p:pic>
        <p:nvPicPr>
          <p:cNvPr descr="https://plantuml.com/qt4.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PlantUML QEditor written in Qt4</a:t>
            </a:r>
          </a:p>
        </p:txBody>
      </p:sp>
    </p:spTree>
  </p:cSld>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Other</a:t>
            </a:r>
          </a:p>
        </p:txBody>
      </p:sp>
      <p:pic>
        <p:nvPicPr>
          <p:cNvPr descr="https://plantuml.com/sketchlet.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Sketchlet : a software designer’s sketchbook</a:t>
            </a:r>
          </a:p>
        </p:txBody>
      </p:sp>
      <p:pic>
        <p:nvPicPr>
          <p:cNvPr descr="https://plantuml.com/gui.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Double-click on the .jar to run it</a:t>
            </a:r>
          </a:p>
        </p:txBody>
      </p:sp>
      <p:pic>
        <p:nvPicPr>
          <p:cNvPr descr="https://plantuml.com/dotnet.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PlantUML Editor: A fast and simple UML editor using WPF Dotnet</a:t>
            </a:r>
          </a:p>
        </p:txBody>
      </p:sp>
      <p:pic>
        <p:nvPicPr>
          <p:cNvPr descr="https://plantuml.com/tomcat.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Install your own server</a:t>
            </a:r>
          </a:p>
        </p:txBody>
      </p:sp>
      <p:pic>
        <p:nvPicPr>
          <p:cNvPr descr="https://plantuml.com/textcub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textcube</a:t>
            </a:r>
          </a:p>
        </p:txBody>
      </p:sp>
      <p:pic>
        <p:nvPicPr>
          <p:cNvPr descr="https://plantuml.com/gravizo.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Gravizo.com</a:t>
            </a:r>
          </a:p>
        </p:txBody>
      </p:sp>
    </p:spTree>
  </p:cSld>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a:r>
              <a:rPr/>
              <a:t>Plantuml search for @startuml and @enduml tags in your source code and generate the diagram.</a:t>
            </a:r>
          </a:p>
          <a:p>
            <a:pPr lvl="0"/>
            <a:r>
              <a:rPr/>
              <a:t>You need to specify the output directory for the generated images in the Doxygen configuration file with the environment variable </a:t>
            </a:r>
            <a:r>
              <a:rPr b="1"/>
              <a:t>DOC_IMG_PATH_UML</a:t>
            </a:r>
            <a:r>
              <a:rPr/>
              <a:t>.</a:t>
            </a:r>
          </a:p>
          <a:p>
            <a:pPr lvl="0"/>
            <a:r>
              <a:rPr/>
              <a:t>First plantuml runs the source code through the PlantUML compiler and generates the images.</a:t>
            </a:r>
          </a:p>
          <a:p>
            <a:pPr lvl="0"/>
            <a:r>
              <a:rPr/>
              <a:t>Then doxygen runs the source code through the Doxygen preprocessor and generates the documentation.</a:t>
            </a:r>
          </a:p>
        </p:txBody>
      </p:sp>
    </p:spTree>
  </p:cSld>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a:r>
              <a:rPr/>
              <a:t>Folder structure should be as follow</a:t>
            </a:r>
          </a:p>
          <a:p>
            <a:pPr lvl="1"/>
            <a:r>
              <a:rPr/>
              <a:t>app</a:t>
            </a:r>
          </a:p>
          <a:p>
            <a:pPr lvl="2"/>
            <a:r>
              <a:rPr/>
              <a:t>src</a:t>
            </a:r>
          </a:p>
          <a:p>
            <a:pPr lvl="3"/>
            <a:r>
              <a:rPr i="1"/>
              <a:t>main.cpp</a:t>
            </a:r>
          </a:p>
          <a:p>
            <a:pPr lvl="2"/>
            <a:r>
              <a:rPr/>
              <a:t>doxygen</a:t>
            </a:r>
          </a:p>
          <a:p>
            <a:pPr lvl="3"/>
            <a:r>
              <a:rPr/>
              <a:t>Resouces</a:t>
            </a:r>
          </a:p>
          <a:p>
            <a:pPr lvl="3"/>
            <a:r>
              <a:rPr/>
              <a:t>DoxyFile</a:t>
            </a:r>
          </a:p>
          <a:p>
            <a:pPr lvl="3"/>
            <a:r>
              <a:rPr/>
              <a:t>doxy_run.bat</a:t>
            </a:r>
          </a:p>
          <a:p>
            <a:pPr lvl="3"/>
            <a:r>
              <a:rPr/>
              <a:t>plantuml.jar</a:t>
            </a:r>
          </a:p>
          <a:p>
            <a:pPr lvl="0"/>
            <a:r>
              <a:rPr b="1"/>
              <a:t>Example Application</a:t>
            </a:r>
          </a:p>
          <a:p>
            <a:pPr lvl="1"/>
            <a:r>
              <a:rPr/>
              <a:t>https://github.com/ucoruh/ce103-hw2-template/tree/f3e17bc466b4b4db50625ab6c8aee884fbe4345f/doxygen</a:t>
            </a:r>
          </a:p>
        </p:txBody>
      </p:sp>
    </p:spTree>
  </p:cSld>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a:r>
              <a:rPr b="1"/>
              <a:t>Example Doxyfile</a:t>
            </a:r>
          </a:p>
          <a:p>
            <a:pPr lvl="1"/>
            <a:r>
              <a:rPr/>
              <a:t>https://github.com/ucoruh/ce103-hw2-template/blob/f3e17bc466b4b4db50625ab6c8aee884fbe4345f/doxygen/Doxyfile</a:t>
            </a:r>
          </a:p>
        </p:txBody>
      </p:sp>
    </p:spTree>
  </p:cSld>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a:r>
              <a:rPr b="1"/>
              <a:t>Example Batch Script</a:t>
            </a:r>
          </a:p>
          <a:p>
            <a:pPr lvl="1" indent="0">
              <a:buNone/>
            </a:pPr>
            <a:r>
              <a:rPr>
                <a:latin typeface="Courier"/>
              </a:rPr>
              <a:t>SET GRAPHVIZ_DOT=</a:t>
            </a:r>
            <a:r>
              <a:rPr>
                <a:solidFill>
                  <a:srgbClr val="4070A0"/>
                </a:solidFill>
                <a:latin typeface="Courier"/>
              </a:rPr>
              <a:t>"C:\Program Files\Graphviz\bin\dot.exe"</a:t>
            </a:r>
            <a:br/>
            <a:r>
              <a:rPr>
                <a:latin typeface="Courier"/>
              </a:rPr>
              <a:t>SET DOXYGEN_EXE=</a:t>
            </a:r>
            <a:r>
              <a:rPr>
                <a:solidFill>
                  <a:srgbClr val="4070A0"/>
                </a:solidFill>
                <a:latin typeface="Courier"/>
              </a:rPr>
              <a:t>"C:\Program Files\doxygen\bin\doxygen.exe"</a:t>
            </a:r>
            <a:br/>
            <a:r>
              <a:rPr>
                <a:latin typeface="Courier"/>
              </a:rPr>
              <a:t>SET SOURCE_DIR=..</a:t>
            </a:r>
            <a:r>
              <a:rPr>
                <a:solidFill>
                  <a:srgbClr val="902000"/>
                </a:solidFill>
                <a:latin typeface="Courier"/>
              </a:rPr>
              <a:t>\s</a:t>
            </a:r>
            <a:r>
              <a:rPr>
                <a:latin typeface="Courier"/>
              </a:rPr>
              <a:t>ource</a:t>
            </a:r>
            <a:br/>
            <a:r>
              <a:rPr>
                <a:latin typeface="Courier"/>
              </a:rPr>
              <a:t>SET DOCS_DIR=..</a:t>
            </a:r>
            <a:r>
              <a:rPr>
                <a:solidFill>
                  <a:srgbClr val="902000"/>
                </a:solidFill>
                <a:latin typeface="Courier"/>
              </a:rPr>
              <a:t>\d</a:t>
            </a:r>
            <a:r>
              <a:rPr>
                <a:latin typeface="Courier"/>
              </a:rPr>
              <a:t>ocs</a:t>
            </a:r>
            <a:br/>
            <a:r>
              <a:rPr>
                <a:latin typeface="Courier"/>
              </a:rPr>
              <a:t>SET DOC_IMG_PATH_UML=..</a:t>
            </a:r>
            <a:r>
              <a:rPr>
                <a:solidFill>
                  <a:srgbClr val="902000"/>
                </a:solidFill>
                <a:latin typeface="Courier"/>
              </a:rPr>
              <a:t>\d</a:t>
            </a:r>
            <a:r>
              <a:rPr>
                <a:latin typeface="Courier"/>
              </a:rPr>
              <a:t>oxygen-plantuml</a:t>
            </a:r>
            <a:r>
              <a:rPr>
                <a:solidFill>
                  <a:srgbClr val="902000"/>
                </a:solidFill>
                <a:latin typeface="Courier"/>
              </a:rPr>
              <a:t>\r</a:t>
            </a:r>
            <a:r>
              <a:rPr>
                <a:latin typeface="Courier"/>
              </a:rPr>
              <a:t>esources</a:t>
            </a:r>
            <a:br/>
            <a:r>
              <a:rPr>
                <a:latin typeface="Courier"/>
              </a:rPr>
              <a:t>SET DOC_IMG_PATH=../doxygen-plantuml/resources</a:t>
            </a:r>
            <a:br/>
            <a:r>
              <a:rPr>
                <a:latin typeface="Courier"/>
              </a:rPr>
              <a:t>:: SET STRIP_PATH=</a:t>
            </a:r>
            <a:r>
              <a:rPr>
                <a:solidFill>
                  <a:srgbClr val="4070A0"/>
                </a:solidFill>
                <a:latin typeface="Courier"/>
              </a:rPr>
              <a:t>"C:xx"</a:t>
            </a:r>
          </a:p>
          <a:p>
            <a:pPr lvl="0" indent="0" marL="0">
              <a:buNone/>
            </a:pPr>
            <a:r>
              <a:rPr/>
              <a:t>IF NOT EXIST plantuml.jar ( curl -o plantuml.jar “https://github.com/plantuml/plantuml/releases/download/v1.2021.14/plantuml-1.2021.14.jar” )</a:t>
            </a:r>
          </a:p>
          <a:p>
            <a:pPr lvl="0" indent="0" marL="0">
              <a:buNone/>
            </a:pPr>
            <a:r>
              <a:rPr/>
              <a:t>java -jar “plantuml.jar” -v “%DOCS_DIR%/</a:t>
            </a:r>
            <a:r>
              <a:rPr b="1"/>
              <a:t>.(puml)” java -jar ”plantuml.jar” -v -o ”%DOC_IMG_PATH_UML%” ”%SOURCE_DIR%/</a:t>
            </a:r>
            <a:r>
              <a:rPr/>
              <a:t>.(c|cpp|doc|h|cs)” doxygen Doxyfile pause</a:t>
            </a:r>
          </a:p>
          <a:p>
            <a:pPr lvl="0" indent="0">
              <a:buNone/>
            </a:pPr>
            <a:r>
              <a:rPr>
                <a:latin typeface="Courier"/>
              </a:rPr>
              <a:t>---
&lt;style scoped&gt;section{ font-size: 25px; }&lt;/style&gt;
## **Plantuml Integrations with other tools**
### Plantuml How to integrate with Doxygen?
``` c
  /**
   @name TestFunction(fnCE103HW2Lib)
   @brief \b Auto Generated Test Function
   Auto Generated Test Function Has Doxygen and Plantuml Integration
   Sample Web Page Link
   @see https://www.cplusplus.com/reference/cstring/strcpy/
   Sample Image AES Block Decryption Operation
   @image html aes_enc_dec.png
   @image rtf aes_enc_dec.png
   @image latex aes_enc_dec.png
   Sample Related Function Link
   @see TestFunction (fnCE103HW2Lib)
   &lt;b&gt; Plant UML Sample &lt;/b&gt; &lt;BR&gt;
   @image html fnCE103HW2Lib.png
   @image rtf fnCE103HW2Lib.png
   @image latex fnCE103HW2Lib.png
   &lt;!--
    @startuml fnCE103HW2Lib.png
    start
    if (multiprocessor?) then (yes)
      fork
        :Treatment 1;
      fork again
        :Treatment 2;
      end fork
    else (monoproc)
      :Treatment 1;
      :Treatment 2;
    endif
    @enduml
   --&gt;
     @param [in] fia    [\b unsigned char*] Binary Data Input
     @param [in] fib    [\b int] Binary Data Input Length
     @param [out] fic    [\b char*] Hex String Output Array
      @retval [\b int] operation result success 0 fail 1
      Example Usage :
       @code
        #include &lt;stdio.h&gt;
        #include &lt;string.h&gt;
        int main (){
          unsigned char data[]="\x13\x13\x13x\13";
         int dataLength = 4;
          char dataHex[40];
          if(fnCE103HW2Lib(data,dataLength,dataHex)!=0)
         {
           printf("Operation Failed!");
           return -1;
         }
        printf("Converted Data [%s]",dataHex);
          return 0;
       }
      @endcode
  **/
int fnCE103HW2Lib(unsigned char* fia, int fib, char* fic)
{
    //Empty Body...
    return -1;
}</a:t>
            </a:r>
          </a:p>
        </p:txBody>
      </p:sp>
    </p:spTree>
  </p:cSld>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a:buNone/>
            </a:pPr>
            <a:r>
              <a:rPr>
                <a:solidFill>
                  <a:srgbClr val="666666"/>
                </a:solidFill>
                <a:latin typeface="Courier"/>
              </a:rPr>
              <a:t>...</a:t>
            </a:r>
            <a:br/>
            <a:r>
              <a:rPr>
                <a:latin typeface="Courier"/>
              </a:rPr>
              <a:t>   @image html fnCE103HW2Lib</a:t>
            </a:r>
            <a:r>
              <a:rPr>
                <a:solidFill>
                  <a:srgbClr val="666666"/>
                </a:solidFill>
                <a:latin typeface="Courier"/>
              </a:rPr>
              <a:t>.</a:t>
            </a:r>
            <a:r>
              <a:rPr>
                <a:latin typeface="Courier"/>
              </a:rPr>
              <a:t>png</a:t>
            </a:r>
            <a:br/>
            <a:r>
              <a:rPr>
                <a:latin typeface="Courier"/>
              </a:rPr>
              <a:t>   @image rtf fnCE103HW2Lib</a:t>
            </a:r>
            <a:r>
              <a:rPr>
                <a:solidFill>
                  <a:srgbClr val="666666"/>
                </a:solidFill>
                <a:latin typeface="Courier"/>
              </a:rPr>
              <a:t>.</a:t>
            </a:r>
            <a:r>
              <a:rPr>
                <a:latin typeface="Courier"/>
              </a:rPr>
              <a:t>png</a:t>
            </a:r>
            <a:br/>
            <a:r>
              <a:rPr>
                <a:latin typeface="Courier"/>
              </a:rPr>
              <a:t>   @image latex fnCE103HW2Lib</a:t>
            </a:r>
            <a:r>
              <a:rPr>
                <a:solidFill>
                  <a:srgbClr val="666666"/>
                </a:solidFill>
                <a:latin typeface="Courier"/>
              </a:rPr>
              <a:t>.</a:t>
            </a:r>
            <a:r>
              <a:rPr>
                <a:latin typeface="Courier"/>
              </a:rPr>
              <a:t>png</a:t>
            </a:r>
            <a:br/>
            <a:r>
              <a:rPr>
                <a:latin typeface="Courier"/>
              </a:rPr>
              <a:t>   </a:t>
            </a:r>
            <a:r>
              <a:rPr>
                <a:solidFill>
                  <a:srgbClr val="666666"/>
                </a:solidFill>
                <a:latin typeface="Courier"/>
              </a:rPr>
              <a:t>&lt;!--</a:t>
            </a:r>
            <a:br/>
            <a:r>
              <a:rPr>
                <a:latin typeface="Courier"/>
              </a:rPr>
              <a:t>    @startuml fnCE103HW2Lib</a:t>
            </a:r>
            <a:r>
              <a:rPr>
                <a:solidFill>
                  <a:srgbClr val="666666"/>
                </a:solidFill>
                <a:latin typeface="Courier"/>
              </a:rPr>
              <a:t>.</a:t>
            </a:r>
            <a:r>
              <a:rPr>
                <a:latin typeface="Courier"/>
              </a:rPr>
              <a:t>png</a:t>
            </a:r>
            <a:br/>
            <a:r>
              <a:rPr>
                <a:latin typeface="Courier"/>
              </a:rPr>
              <a:t>    start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multiprocessor</a:t>
            </a:r>
            <a:r>
              <a:rPr>
                <a:solidFill>
                  <a:srgbClr val="666666"/>
                </a:solidFill>
                <a:latin typeface="Courier"/>
              </a:rPr>
              <a:t>?)</a:t>
            </a:r>
            <a:r>
              <a:rPr>
                <a:latin typeface="Courier"/>
              </a:rPr>
              <a:t> then </a:t>
            </a:r>
            <a:r>
              <a:rPr>
                <a:solidFill>
                  <a:srgbClr val="666666"/>
                </a:solidFill>
                <a:latin typeface="Courier"/>
              </a:rPr>
              <a:t>(</a:t>
            </a:r>
            <a:r>
              <a:rPr>
                <a:latin typeface="Courier"/>
              </a:rPr>
              <a:t>yes</a:t>
            </a:r>
            <a:r>
              <a:rPr>
                <a:solidFill>
                  <a:srgbClr val="666666"/>
                </a:solidFill>
                <a:latin typeface="Courier"/>
              </a:rPr>
              <a:t>)</a:t>
            </a:r>
            <a:br/>
            <a:r>
              <a:rPr>
                <a:latin typeface="Courier"/>
              </a:rPr>
              <a:t>      fork</a:t>
            </a:r>
            <a:br/>
            <a:r>
              <a:rPr>
                <a:latin typeface="Courier"/>
              </a:rPr>
              <a:t>        </a:t>
            </a:r>
            <a:r>
              <a:rPr>
                <a:solidFill>
                  <a:srgbClr val="666666"/>
                </a:solidFill>
                <a:latin typeface="Courier"/>
              </a:rPr>
              <a:t>:</a:t>
            </a:r>
            <a:r>
              <a:rPr>
                <a:latin typeface="Courier"/>
              </a:rPr>
              <a:t>Treatment </a:t>
            </a:r>
            <a:r>
              <a:rPr>
                <a:solidFill>
                  <a:srgbClr val="40A070"/>
                </a:solidFill>
                <a:latin typeface="Courier"/>
              </a:rPr>
              <a:t>1</a:t>
            </a:r>
            <a:r>
              <a:rPr>
                <a:solidFill>
                  <a:srgbClr val="666666"/>
                </a:solidFill>
                <a:latin typeface="Courier"/>
              </a:rPr>
              <a:t>;</a:t>
            </a:r>
            <a:br/>
            <a:r>
              <a:rPr>
                <a:latin typeface="Courier"/>
              </a:rPr>
              <a:t>      fork again</a:t>
            </a:r>
            <a:br/>
            <a:r>
              <a:rPr>
                <a:latin typeface="Courier"/>
              </a:rPr>
              <a:t>        </a:t>
            </a:r>
            <a:r>
              <a:rPr>
                <a:solidFill>
                  <a:srgbClr val="666666"/>
                </a:solidFill>
                <a:latin typeface="Courier"/>
              </a:rPr>
              <a:t>:</a:t>
            </a:r>
            <a:r>
              <a:rPr>
                <a:latin typeface="Courier"/>
              </a:rPr>
              <a:t>Treatment </a:t>
            </a:r>
            <a:r>
              <a:rPr>
                <a:solidFill>
                  <a:srgbClr val="40A070"/>
                </a:solidFill>
                <a:latin typeface="Courier"/>
              </a:rPr>
              <a:t>2</a:t>
            </a:r>
            <a:r>
              <a:rPr>
                <a:solidFill>
                  <a:srgbClr val="666666"/>
                </a:solidFill>
                <a:latin typeface="Courier"/>
              </a:rPr>
              <a:t>;</a:t>
            </a:r>
            <a:br/>
            <a:r>
              <a:rPr>
                <a:latin typeface="Courier"/>
              </a:rPr>
              <a:t>      end fork</a:t>
            </a:r>
            <a:br/>
            <a:r>
              <a:rPr>
                <a:latin typeface="Courier"/>
              </a:rPr>
              <a:t>    </a:t>
            </a:r>
            <a:r>
              <a:rPr b="1">
                <a:solidFill>
                  <a:srgbClr val="007020"/>
                </a:solidFill>
                <a:latin typeface="Courier"/>
              </a:rPr>
              <a:t>else</a:t>
            </a:r>
            <a:r>
              <a:rPr>
                <a:latin typeface="Courier"/>
              </a:rPr>
              <a:t> </a:t>
            </a:r>
            <a:r>
              <a:rPr>
                <a:solidFill>
                  <a:srgbClr val="666666"/>
                </a:solidFill>
                <a:latin typeface="Courier"/>
              </a:rPr>
              <a:t>(</a:t>
            </a:r>
            <a:r>
              <a:rPr>
                <a:latin typeface="Courier"/>
              </a:rPr>
              <a:t>monoproc</a:t>
            </a:r>
            <a:r>
              <a:rPr>
                <a:solidFill>
                  <a:srgbClr val="666666"/>
                </a:solidFill>
                <a:latin typeface="Courier"/>
              </a:rPr>
              <a:t>)</a:t>
            </a:r>
            <a:br/>
            <a:r>
              <a:rPr>
                <a:latin typeface="Courier"/>
              </a:rPr>
              <a:t>      </a:t>
            </a:r>
            <a:r>
              <a:rPr>
                <a:solidFill>
                  <a:srgbClr val="666666"/>
                </a:solidFill>
                <a:latin typeface="Courier"/>
              </a:rPr>
              <a:t>:</a:t>
            </a:r>
            <a:r>
              <a:rPr>
                <a:latin typeface="Courier"/>
              </a:rPr>
              <a:t>Treatment </a:t>
            </a:r>
            <a:r>
              <a:rPr>
                <a:solidFill>
                  <a:srgbClr val="40A070"/>
                </a:solidFill>
                <a:latin typeface="Courier"/>
              </a:rPr>
              <a:t>1</a:t>
            </a:r>
            <a:r>
              <a:rPr>
                <a:solidFill>
                  <a:srgbClr val="666666"/>
                </a:solidFill>
                <a:latin typeface="Courier"/>
              </a:rPr>
              <a:t>;</a:t>
            </a:r>
            <a:br/>
            <a:r>
              <a:rPr>
                <a:latin typeface="Courier"/>
              </a:rPr>
              <a:t>      </a:t>
            </a:r>
            <a:r>
              <a:rPr>
                <a:solidFill>
                  <a:srgbClr val="666666"/>
                </a:solidFill>
                <a:latin typeface="Courier"/>
              </a:rPr>
              <a:t>:</a:t>
            </a:r>
            <a:r>
              <a:rPr>
                <a:latin typeface="Courier"/>
              </a:rPr>
              <a:t>Treatment </a:t>
            </a:r>
            <a:r>
              <a:rPr>
                <a:solidFill>
                  <a:srgbClr val="40A070"/>
                </a:solidFill>
                <a:latin typeface="Courier"/>
              </a:rPr>
              <a:t>2</a:t>
            </a:r>
            <a:r>
              <a:rPr>
                <a:solidFill>
                  <a:srgbClr val="666666"/>
                </a:solidFill>
                <a:latin typeface="Courier"/>
              </a:rPr>
              <a:t>;</a:t>
            </a:r>
            <a:br/>
            <a:r>
              <a:rPr>
                <a:latin typeface="Courier"/>
              </a:rPr>
              <a:t>    endif</a:t>
            </a:r>
            <a:br/>
            <a:r>
              <a:rPr>
                <a:latin typeface="Courier"/>
              </a:rPr>
              <a:t>    @enduml</a:t>
            </a:r>
            <a:br/>
            <a:r>
              <a:rPr>
                <a:latin typeface="Courier"/>
              </a:rPr>
              <a:t>   </a:t>
            </a:r>
            <a:r>
              <a:rPr>
                <a:solidFill>
                  <a:srgbClr val="666666"/>
                </a:solidFill>
                <a:latin typeface="Courier"/>
              </a:rPr>
              <a:t>--&gt;</a:t>
            </a:r>
            <a:br/>
            <a:r>
              <a:rPr>
                <a:solidFill>
                  <a:srgbClr val="666666"/>
                </a:solidFill>
                <a:latin typeface="Courier"/>
              </a:rPr>
              <a:t>...</a:t>
            </a:r>
          </a:p>
        </p:txBody>
      </p:sp>
    </p:spTree>
  </p:cSld>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a:r>
              <a:rPr/>
              <a:t>https://www.doxygen.nl/manual/commands.html#cmdstartuml</a:t>
            </a:r>
          </a:p>
          <a:p>
            <a:pPr lvl="0" indent="0" marL="0">
              <a:spcBef>
                <a:spcPts val="3000"/>
              </a:spcBef>
              <a:buNone/>
            </a:pPr>
          </a:p>
          <a:p>
            <a:pPr lvl="0"/>
            <a:r>
              <a:rPr/>
              <a:t>Starts a text fragment which should contain a valid description of a PlantUML diagram.</a:t>
            </a:r>
          </a:p>
          <a:p>
            <a:pPr lvl="1"/>
            <a:r>
              <a:rPr/>
              <a:t>See </a:t>
            </a:r>
            <a:r>
              <a:rPr>
                <a:hlinkClick r:id="rId2"/>
              </a:rPr>
              <a:t>https://plantuml.com/</a:t>
            </a:r>
            <a:r>
              <a:rPr/>
              <a:t> for examples. The text fragment ends with .</a:t>
            </a:r>
          </a:p>
        </p:txBody>
      </p:sp>
    </p:spTree>
  </p:cSld>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indent="0" marL="1270000">
              <a:buNone/>
            </a:pPr>
            <a:r>
              <a:rPr sz="2000"/>
              <a:t>Note</a:t>
            </a:r>
          </a:p>
          <a:p>
            <a:pPr lvl="0"/>
            <a:r>
              <a:rPr/>
              <a:t>You need to install Java and the PlantUML’s jar file, if you want to use this command. When using PlantUML in </a:t>
            </a:r>
            <a:r>
              <a:rPr/>
              <a:t>$\mbox{\LaTeX}$</a:t>
            </a:r>
            <a:r>
              <a:rPr/>
              <a:t> you have to download some more </a:t>
            </a:r>
            <a:r>
              <a:rPr>
                <a:latin typeface="Courier"/>
              </a:rPr>
              <a:t>jar</a:t>
            </a:r>
            <a:r>
              <a:rPr/>
              <a:t> files,</a:t>
            </a:r>
          </a:p>
          <a:p>
            <a:pPr lvl="0"/>
            <a:r>
              <a:rPr/>
              <a:t>for details see the PlantUML documentation. This also is valid for the </a:t>
            </a:r>
            <a:r>
              <a:rPr>
                <a:latin typeface="Courier"/>
              </a:rPr>
              <a:t>&lt;engine&gt;</a:t>
            </a:r>
            <a:r>
              <a:rPr/>
              <a:t>s </a:t>
            </a:r>
            <a:r>
              <a:rPr>
                <a:latin typeface="Courier"/>
              </a:rPr>
              <a:t>latex</a:t>
            </a:r>
            <a:r>
              <a:rPr/>
              <a:t> and </a:t>
            </a:r>
            <a:r>
              <a:rPr>
                <a:latin typeface="Courier"/>
              </a:rPr>
              <a:t>math</a:t>
            </a:r>
            <a:r>
              <a:rPr/>
              <a:t>.</a:t>
            </a:r>
          </a:p>
          <a:p>
            <a:pPr lvl="0"/>
            <a:r>
              <a:rPr/>
              <a:t>The location of the PlantUML file should be specified using </a:t>
            </a:r>
            <a:r>
              <a:rPr>
                <a:hlinkClick r:id="rId2"/>
              </a:rPr>
              <a:t>PLANTUML_JAR_PATH</a:t>
            </a:r>
            <a:r>
              <a:rPr/>
              <a:t>. The other jar files should also reside in this directory.</a:t>
            </a:r>
          </a:p>
        </p:txBody>
      </p:sp>
    </p:spTree>
  </p:cSld>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a:r>
              <a:rPr/>
              <a:t>The use of the </a:t>
            </a:r>
            <a:r>
              <a:rPr>
                <a:latin typeface="Courier"/>
              </a:rPr>
              <a:t>&lt;engine&gt;</a:t>
            </a:r>
            <a:r>
              <a:rPr/>
              <a:t> </a:t>
            </a:r>
            <a:r>
              <a:rPr>
                <a:latin typeface="Courier"/>
              </a:rPr>
              <a:t>ditaa</a:t>
            </a:r>
            <a:r>
              <a:rPr/>
              <a:t> is not possible in </a:t>
            </a:r>
            <a:r>
              <a:rPr/>
              <a:t>$\mbox{\LaTeX}$</a:t>
            </a:r>
            <a:r>
              <a:rPr/>
              <a:t> as PlantUML only supports the </a:t>
            </a:r>
            <a:r>
              <a:rPr>
                <a:latin typeface="Courier"/>
              </a:rPr>
              <a:t>png</a:t>
            </a:r>
            <a:r>
              <a:rPr/>
              <a:t> format and doxygen requires, temporary, </a:t>
            </a:r>
            <a:r>
              <a:rPr>
                <a:latin typeface="Courier"/>
              </a:rPr>
              <a:t>eps</a:t>
            </a:r>
            <a:r>
              <a:rPr/>
              <a:t> output.</a:t>
            </a:r>
          </a:p>
          <a:p>
            <a:pPr lvl="0"/>
            <a:r>
              <a:rPr/>
              <a:t>Not all diagrams can be created with the PlantUML </a:t>
            </a:r>
            <a:r>
              <a:rPr>
                <a:latin typeface="Courier"/>
              </a:rPr>
              <a:t>@startuml</a:t>
            </a:r>
            <a:r>
              <a:rPr/>
              <a:t> command but need another PlantUML </a:t>
            </a:r>
            <a:r>
              <a:rPr>
                <a:latin typeface="Courier"/>
              </a:rPr>
              <a:t>@start...</a:t>
            </a:r>
            <a:r>
              <a:rPr/>
              <a:t> command.</a:t>
            </a:r>
          </a:p>
          <a:p>
            <a:pPr lvl="0"/>
            <a:r>
              <a:rPr/>
              <a:t>This will look like </a:t>
            </a:r>
            <a:r>
              <a:rPr>
                <a:latin typeface="Courier"/>
              </a:rPr>
              <a:t>@start&lt;engine&gt;</a:t>
            </a:r>
            <a:r>
              <a:rPr/>
              <a:t> where currently supported are the following </a:t>
            </a:r>
            <a:r>
              <a:rPr>
                <a:latin typeface="Courier"/>
              </a:rPr>
              <a:t>&lt;engine&gt;</a:t>
            </a:r>
            <a:r>
              <a:rPr/>
              <a:t>s: </a:t>
            </a:r>
            <a:r>
              <a:rPr>
                <a:latin typeface="Courier"/>
              </a:rPr>
              <a:t>uml</a:t>
            </a:r>
            <a:r>
              <a:rPr/>
              <a:t>, </a:t>
            </a:r>
            <a:r>
              <a:rPr>
                <a:latin typeface="Courier"/>
              </a:rPr>
              <a:t>bpm</a:t>
            </a:r>
            <a:r>
              <a:rPr/>
              <a:t>, </a:t>
            </a:r>
            <a:r>
              <a:rPr>
                <a:latin typeface="Courier"/>
              </a:rPr>
              <a:t>wire</a:t>
            </a:r>
            <a:r>
              <a:rPr/>
              <a:t>, </a:t>
            </a:r>
            <a:r>
              <a:rPr>
                <a:latin typeface="Courier"/>
              </a:rPr>
              <a:t>dot</a:t>
            </a:r>
            <a:r>
              <a:rPr/>
              <a:t>, </a:t>
            </a:r>
            <a:r>
              <a:rPr>
                <a:latin typeface="Courier"/>
              </a:rPr>
              <a:t>ditaa</a:t>
            </a:r>
            <a:r>
              <a:rPr/>
              <a:t>, </a:t>
            </a:r>
            <a:r>
              <a:rPr>
                <a:latin typeface="Courier"/>
              </a:rPr>
              <a:t>salt</a:t>
            </a:r>
            <a:r>
              <a:rPr/>
              <a:t>, </a:t>
            </a:r>
            <a:r>
              <a:rPr>
                <a:latin typeface="Courier"/>
              </a:rPr>
              <a:t>math</a:t>
            </a:r>
            <a:r>
              <a:rPr/>
              <a:t>, </a:t>
            </a:r>
            <a:r>
              <a:rPr>
                <a:latin typeface="Courier"/>
              </a:rPr>
              <a:t>latex</a:t>
            </a:r>
            <a:r>
              <a:rPr/>
              <a:t>, </a:t>
            </a:r>
            <a:r>
              <a:rPr>
                <a:latin typeface="Courier"/>
              </a:rPr>
              <a:t>gantt</a:t>
            </a:r>
            <a:r>
              <a:rPr/>
              <a:t>, </a:t>
            </a:r>
            <a:r>
              <a:rPr>
                <a:latin typeface="Courier"/>
              </a:rPr>
              <a:t>mindmap</a:t>
            </a:r>
            <a:r>
              <a:rPr/>
              <a:t>, </a:t>
            </a:r>
            <a:r>
              <a:rPr>
                <a:latin typeface="Courier"/>
              </a:rPr>
              <a:t>wbs</a:t>
            </a:r>
            <a:r>
              <a:rPr/>
              <a:t>, </a:t>
            </a:r>
            <a:r>
              <a:rPr>
                <a:latin typeface="Courier"/>
              </a:rPr>
              <a:t>yaml</a:t>
            </a:r>
            <a:r>
              <a:rPr/>
              <a:t>, </a:t>
            </a:r>
            <a:r>
              <a:rPr>
                <a:latin typeface="Courier"/>
              </a:rPr>
              <a:t>creole</a:t>
            </a:r>
            <a:r>
              <a:rPr/>
              <a:t>, </a:t>
            </a:r>
            <a:r>
              <a:rPr>
                <a:latin typeface="Courier"/>
              </a:rPr>
              <a:t>json</a:t>
            </a:r>
            <a:r>
              <a:rPr/>
              <a:t>, </a:t>
            </a:r>
            <a:r>
              <a:rPr>
                <a:latin typeface="Courier"/>
              </a:rPr>
              <a:t>flow</a:t>
            </a:r>
            <a:r>
              <a:rPr/>
              <a:t>, </a:t>
            </a:r>
            <a:r>
              <a:rPr>
                <a:latin typeface="Courier"/>
              </a:rPr>
              <a:t>board</a:t>
            </a:r>
            <a:r>
              <a:rPr/>
              <a:t> and </a:t>
            </a:r>
            <a:r>
              <a:rPr>
                <a:latin typeface="Courier"/>
              </a:rPr>
              <a:t>git</a:t>
            </a:r>
            <a:r>
              <a:rPr/>
              <a:t>. By default the </a:t>
            </a:r>
            <a:r>
              <a:rPr>
                <a:latin typeface="Courier"/>
              </a:rPr>
              <a:t>&lt;engine&gt;</a:t>
            </a:r>
            <a:r>
              <a:rPr/>
              <a:t> is </a:t>
            </a:r>
            <a:r>
              <a:rPr>
                <a:latin typeface="Courier"/>
              </a:rPr>
              <a:t>uml</a:t>
            </a:r>
            <a:r>
              <a:rPr/>
              <a:t>. The </a:t>
            </a:r>
            <a:r>
              <a:rPr>
                <a:latin typeface="Courier"/>
              </a:rPr>
              <a:t>&lt;engine&gt;</a:t>
            </a:r>
            <a:r>
              <a:rPr/>
              <a:t> can be specified as an option.</a:t>
            </a:r>
          </a:p>
          <a:p>
            <a:pPr lvl="0"/>
            <a:r>
              <a:rPr/>
              <a:t>Also the file to write the resulting image to can be specified by means of an option, see the description of the first (optional) argument for details. Of course only one </a:t>
            </a:r>
            <a:r>
              <a:rPr>
                <a:latin typeface="Courier"/>
              </a:rPr>
              <a:t>&lt;engine&gt;</a:t>
            </a:r>
            <a:r>
              <a:rPr/>
              <a:t> can be specified and also the filename can only be specified once.</a:t>
            </a:r>
          </a:p>
        </p:txBody>
      </p:sp>
    </p:spTree>
  </p:cSld>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a:r>
              <a:rPr/>
              <a:t>The first argument is optional and is for compatibility with running PlantUML as a preprocessing step before running doxygen, you can also add the name of the image file after </a:t>
            </a:r>
            <a:r>
              <a:rPr>
                <a:latin typeface="Courier"/>
              </a:rPr>
              <a:t>\startuml</a:t>
            </a:r>
            <a:r>
              <a:rPr/>
              <a:t> and inside curly brackets as option, i.e.</a:t>
            </a:r>
          </a:p>
          <a:p>
            <a:pPr lvl="0" indent="0">
              <a:buNone/>
            </a:pPr>
            <a:r>
              <a:rPr>
                <a:latin typeface="Courier"/>
              </a:rPr>
              <a:t>  @startuml{myimage.png} "Image Caption" width=5cm
  Alice -&gt; Bob : Hello
  @enduml</a:t>
            </a:r>
          </a:p>
          <a:p>
            <a:pPr lvl="0"/>
            <a:r>
              <a:rPr/>
              <a:t>When the name of the image is specified, doxygen will generate an image with that name. Without the name doxygen will choose a name automatically.</a:t>
            </a:r>
          </a:p>
        </p:txBody>
      </p:sp>
    </p:spTree>
  </p:cSld>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a:r>
              <a:rPr/>
              <a:t>The second argument is optional and can be used to specify the caption that is displayed below the image. This argument has to be specified between quotes even if it does not contain any spaces. The quotes are stripped before the caption is displayed.</a:t>
            </a:r>
          </a:p>
          <a:p>
            <a:pPr lvl="0"/>
            <a:r>
              <a:rPr/>
              <a:t>The third argument is also optional and can be used to specify the width or height of the image. For a description of the possibilities see the paragraph </a:t>
            </a:r>
            <a:r>
              <a:rPr>
                <a:hlinkClick r:id="rId2"/>
              </a:rPr>
              <a:t>Size indication</a:t>
            </a:r>
            <a:r>
              <a:rPr/>
              <a:t> with the  command.</a:t>
            </a:r>
          </a:p>
        </p:txBody>
      </p:sp>
    </p:spTree>
  </p:cSld>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indent="0" marL="1270000">
              <a:buNone/>
            </a:pPr>
            <a:r>
              <a:rPr sz="2000"/>
              <a:t>Note</a:t>
            </a:r>
          </a:p>
          <a:p>
            <a:pPr lvl="0"/>
            <a:r>
              <a:rPr/>
              <a:t>doxygen creates a temporary file that is automatically removed unless the </a:t>
            </a:r>
            <a:r>
              <a:rPr>
                <a:hlinkClick r:id="rId2"/>
              </a:rPr>
              <a:t>DOT_CLEANUP</a:t>
            </a:r>
            <a:r>
              <a:rPr/>
              <a:t> tag is set to </a:t>
            </a:r>
            <a:r>
              <a:rPr>
                <a:latin typeface="Courier"/>
              </a:rPr>
              <a:t>NO</a:t>
            </a:r>
            <a:r>
              <a:rPr/>
              <a:t>.</a:t>
            </a:r>
          </a:p>
        </p:txBody>
      </p:sp>
    </p:spTree>
  </p:cSld>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indent="0" marL="0">
              <a:buNone/>
            </a:pPr>
            <a:r>
              <a:rPr/>
              <a:t>Here is an example of the use of the </a:t>
            </a:r>
            <a:r>
              <a:rPr>
                <a:latin typeface="Courier"/>
              </a:rPr>
              <a:t>\startuml</a:t>
            </a:r>
            <a:r>
              <a:rPr/>
              <a:t> command.</a:t>
            </a:r>
          </a:p>
          <a:p>
            <a:pPr lvl="0" indent="0">
              <a:buNone/>
            </a:pPr>
            <a:r>
              <a:rPr>
                <a:latin typeface="Courier"/>
              </a:rPr>
              <a:t>/** Sender class. Can be used to send a command to the server.
* The receiver will acknowledge the command by calling Ack().
* \startuml
* Sender-&gt;Receiver : Command()
* Sender&lt;--Receiver : Ack()
* \enduml
*/</a:t>
            </a:r>
          </a:p>
        </p:txBody>
      </p:sp>
    </p:spTree>
  </p:cSld>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indent="0">
              <a:buNone/>
            </a:pPr>
            <a:r>
              <a:rPr>
                <a:latin typeface="Courier"/>
              </a:rPr>
              <a:t>class Sender
{
public:
/** Acknowledgment from server */
void Ack(bool ok);
};</a:t>
            </a:r>
          </a:p>
        </p:txBody>
      </p:sp>
    </p:spTree>
  </p:cSld>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indent="0">
              <a:buNone/>
            </a:pPr>
            <a:r>
              <a:rPr>
                <a:latin typeface="Courier"/>
              </a:rPr>
              <a:t>/** Receiver class. Can be used to receive and execute commands.
* After execution of a command, the receiver will send an acknowledgment
* \startuml
* Receiver&lt;-Sender : Command()
* Receiver--&gt;Sender : Ack()
* \enduml
*/</a:t>
            </a:r>
          </a:p>
        </p:txBody>
      </p:sp>
    </p:spTree>
  </p:cSld>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indent="0">
              <a:buNone/>
            </a:pPr>
            <a:r>
              <a:rPr>
                <a:latin typeface="Courier"/>
              </a:rPr>
              <a:t>class Receiver
{
public:
/** Executable a command on the server */
void Command(int commandId);
};</a:t>
            </a:r>
          </a:p>
        </p:txBody>
      </p:sp>
    </p:spTree>
  </p:cSld>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Eclipse?</a:t>
            </a:r>
          </a:p>
          <a:p>
            <a:pPr lvl="0" indent="0" marL="0">
              <a:spcBef>
                <a:spcPts val="3000"/>
              </a:spcBef>
              <a:buNone/>
            </a:pPr>
            <a:r>
              <a:rPr b="1"/>
              <a:t>Information about the PlantUML Eclipse Plugin</a:t>
            </a:r>
          </a:p>
          <a:p>
            <a:pPr lvl="0"/>
            <a:r>
              <a:rPr/>
              <a:t>The Eclipse Plugin is developed and maintained by </a:t>
            </a:r>
            <a:r>
              <a:rPr>
                <a:hlinkClick r:id="rId2"/>
              </a:rPr>
              <a:t>Hallvard Trætteberg</a:t>
            </a:r>
            <a:r>
              <a:rPr/>
              <a:t> (many thanks for his work!).</a:t>
            </a:r>
          </a:p>
          <a:p>
            <a:pPr lvl="0"/>
            <a:r>
              <a:rPr/>
              <a:t>Like the core library PlantUML itself, it is </a:t>
            </a:r>
            <a:r>
              <a:rPr i="1"/>
              <a:t>open source</a:t>
            </a:r>
            <a:r>
              <a:rPr/>
              <a:t> and the plugin is distributed under EPL license.</a:t>
            </a:r>
          </a:p>
          <a:p>
            <a:pPr lvl="0"/>
            <a:r>
              <a:rPr/>
              <a:t>The source code </a:t>
            </a:r>
            <a:r>
              <a:rPr>
                <a:hlinkClick r:id="rId3"/>
              </a:rPr>
              <a:t>is hosted on GitHub</a:t>
            </a:r>
            <a:r>
              <a:rPr/>
              <a:t>.</a:t>
            </a:r>
          </a:p>
        </p:txBody>
      </p:sp>
    </p:spTree>
  </p:cSld>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Plantuml How to integrate with Eclipse?</a:t>
            </a:r>
          </a:p>
          <a:p>
            <a:pPr lvl="0" indent="0" marL="0">
              <a:spcBef>
                <a:spcPts val="3000"/>
              </a:spcBef>
              <a:buNone/>
            </a:pPr>
            <a:r>
              <a:rPr b="1"/>
              <a:t>How to use it?</a:t>
            </a:r>
          </a:p>
          <a:p>
            <a:pPr lvl="0"/>
            <a:r>
              <a:rPr/>
              <a:t>First, you have to display the </a:t>
            </a:r>
            <a:r>
              <a:rPr i="1"/>
              <a:t>PlantUML View</a:t>
            </a:r>
            <a:r>
              <a:rPr/>
              <a:t> (click the </a:t>
            </a:r>
            <a:r>
              <a:rPr i="1"/>
              <a:t>Window</a:t>
            </a:r>
            <a:r>
              <a:rPr/>
              <a:t> menu):</a:t>
            </a:r>
          </a:p>
        </p:txBody>
      </p:sp>
      <p:pic>
        <p:nvPicPr>
          <p:cNvPr descr="https://plantuml.com/img/eclipse103.png" id="0" name="Picture 1"/>
          <p:cNvPicPr>
            <a:picLocks noGrp="1" noChangeAspect="1"/>
          </p:cNvPicPr>
          <p:nvPr/>
        </p:nvPicPr>
        <p:blipFill>
          <a:blip r:embed="rId2"/>
          <a:stretch>
            <a:fillRect/>
          </a:stretch>
        </p:blipFill>
        <p:spPr bwMode="auto">
          <a:xfrm>
            <a:off x="3911600" y="203200"/>
            <a:ext cx="4406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h:350px</a:t>
            </a:r>
          </a:p>
        </p:txBody>
      </p:sp>
    </p:spTree>
  </p:cSld>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Plantuml How to integrate with Eclipse?</a:t>
            </a:r>
          </a:p>
          <a:p>
            <a:pPr lvl="0" indent="0" marL="0">
              <a:spcBef>
                <a:spcPts val="3000"/>
              </a:spcBef>
              <a:buNone/>
            </a:pPr>
            <a:r>
              <a:rPr b="1"/>
              <a:t>How to use it?</a:t>
            </a:r>
          </a:p>
          <a:p>
            <a:pPr lvl="0" indent="0" marL="0">
              <a:buNone/>
            </a:pPr>
            <a:r>
              <a:rPr/>
              <a:t>This view displays automatically the class you are working on:</a:t>
            </a:r>
          </a:p>
        </p:txBody>
      </p:sp>
      <p:pic>
        <p:nvPicPr>
          <p:cNvPr descr="https://plantuml.com/img/eclipse104.png" id="0" name="Picture 1"/>
          <p:cNvPicPr>
            <a:picLocks noGrp="1" noChangeAspect="1"/>
          </p:cNvPicPr>
          <p:nvPr/>
        </p:nvPicPr>
        <p:blipFill>
          <a:blip r:embed="rId2"/>
          <a:stretch>
            <a:fillRect/>
          </a:stretch>
        </p:blipFill>
        <p:spPr bwMode="auto">
          <a:xfrm>
            <a:off x="3568700" y="901700"/>
            <a:ext cx="5105400" cy="2476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h:350px</a:t>
            </a:r>
          </a:p>
        </p:txBody>
      </p:sp>
    </p:spTree>
  </p:cSld>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Plantuml How to integrate with Eclipse?</a:t>
            </a:r>
          </a:p>
          <a:p>
            <a:pPr lvl="0" indent="0" marL="0">
              <a:spcBef>
                <a:spcPts val="3000"/>
              </a:spcBef>
              <a:buNone/>
            </a:pPr>
            <a:r>
              <a:rPr b="1"/>
              <a:t>How to use it?</a:t>
            </a:r>
          </a:p>
          <a:p>
            <a:pPr lvl="0" indent="0" marL="0">
              <a:buNone/>
            </a:pPr>
            <a:r>
              <a:rPr/>
              <a:t>If you write some comment in </a:t>
            </a:r>
            <a:r>
              <a:rPr i="1"/>
              <a:t>PlantUML language</a:t>
            </a:r>
            <a:r>
              <a:rPr/>
              <a:t>, the corresponding diagram is automatically displayed. And if you have several comments with diagrams, it selects the one the cursor is in.</a:t>
            </a:r>
          </a:p>
        </p:txBody>
      </p:sp>
      <p:pic>
        <p:nvPicPr>
          <p:cNvPr descr="https://plantuml.com/img/eclipse105.png" id="0" name="Picture 1"/>
          <p:cNvPicPr>
            <a:picLocks noGrp="1" noChangeAspect="1"/>
          </p:cNvPicPr>
          <p:nvPr/>
        </p:nvPicPr>
        <p:blipFill>
          <a:blip r:embed="rId2"/>
          <a:stretch>
            <a:fillRect/>
          </a:stretch>
        </p:blipFill>
        <p:spPr bwMode="auto">
          <a:xfrm>
            <a:off x="3568700" y="685800"/>
            <a:ext cx="5105400" cy="2895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h:350px</a:t>
            </a:r>
          </a:p>
        </p:txBody>
      </p:sp>
    </p:spTree>
  </p:cSld>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Plantuml How to integrate with Eclipse?</a:t>
            </a:r>
          </a:p>
          <a:p>
            <a:pPr lvl="0" indent="0" marL="0">
              <a:spcBef>
                <a:spcPts val="3000"/>
              </a:spcBef>
              <a:buNone/>
            </a:pPr>
            <a:r>
              <a:rPr b="1"/>
              <a:t>How to use it?</a:t>
            </a:r>
          </a:p>
          <a:p>
            <a:pPr lvl="0" indent="0" marL="0">
              <a:buNone/>
            </a:pPr>
            <a:r>
              <a:rPr/>
              <a:t>In the </a:t>
            </a:r>
            <a:r>
              <a:rPr i="1"/>
              <a:t>Preferences</a:t>
            </a:r>
            <a:r>
              <a:rPr/>
              <a:t> Windows, you can also set up </a:t>
            </a:r>
            <a:r>
              <a:rPr>
                <a:hlinkClick r:id="rId2"/>
              </a:rPr>
              <a:t>GraphViz path if needed</a:t>
            </a:r>
            <a:r>
              <a:rPr/>
              <a:t>:</a:t>
            </a:r>
          </a:p>
        </p:txBody>
      </p:sp>
      <p:pic>
        <p:nvPicPr>
          <p:cNvPr descr="https://plantuml.com/img/eclipse107.png" id="0" name="Picture 1"/>
          <p:cNvPicPr>
            <a:picLocks noGrp="1" noChangeAspect="1"/>
          </p:cNvPicPr>
          <p:nvPr/>
        </p:nvPicPr>
        <p:blipFill>
          <a:blip r:embed="rId3"/>
          <a:stretch>
            <a:fillRect/>
          </a:stretch>
        </p:blipFill>
        <p:spPr bwMode="auto">
          <a:xfrm>
            <a:off x="3670300" y="203200"/>
            <a:ext cx="4889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right:60% h:600px</a:t>
            </a:r>
          </a:p>
        </p:txBody>
      </p:sp>
    </p:spTree>
  </p:cSld>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Eclipse?</a:t>
            </a:r>
          </a:p>
          <a:p>
            <a:pPr lvl="0" indent="0" marL="0">
              <a:spcBef>
                <a:spcPts val="3000"/>
              </a:spcBef>
              <a:buNone/>
            </a:pPr>
            <a:r>
              <a:rPr b="1"/>
              <a:t>How to install it?</a:t>
            </a:r>
          </a:p>
          <a:p>
            <a:pPr lvl="0" indent="0" marL="0">
              <a:buNone/>
            </a:pPr>
            <a:r>
              <a:rPr/>
              <a:t>To install the plugin, you have to:</a:t>
            </a:r>
          </a:p>
          <a:p>
            <a:pPr lvl="0"/>
            <a:r>
              <a:rPr/>
              <a:t>Go to </a:t>
            </a:r>
            <a:r>
              <a:rPr b="1"/>
              <a:t>Help/Software Update/Find and install…</a:t>
            </a:r>
            <a:r>
              <a:rPr/>
              <a:t> or </a:t>
            </a:r>
            <a:r>
              <a:rPr b="1"/>
              <a:t>Help/Install new software…</a:t>
            </a:r>
          </a:p>
          <a:p>
            <a:pPr lvl="0"/>
            <a:r>
              <a:rPr/>
              <a:t>Create (if needed) or choose the following site as update site: </a:t>
            </a:r>
            <a:r>
              <a:rPr>
                <a:latin typeface="Courier"/>
              </a:rPr>
              <a:t>http://hallvard.github.io/plantuml/</a:t>
            </a:r>
          </a:p>
        </p:txBody>
      </p:sp>
    </p:spTree>
  </p:cSld>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Eclipse?</a:t>
            </a:r>
          </a:p>
          <a:p>
            <a:pPr lvl="0" indent="0" marL="0">
              <a:spcBef>
                <a:spcPts val="3000"/>
              </a:spcBef>
              <a:buNone/>
            </a:pPr>
            <a:r>
              <a:rPr b="1"/>
              <a:t>How to install it?</a:t>
            </a:r>
          </a:p>
          <a:p>
            <a:pPr lvl="0"/>
            <a:r>
              <a:rPr/>
              <a:t>Add Repository </a:t>
            </a:r>
            <a:r>
              <a:rPr>
                <a:latin typeface="Courier"/>
              </a:rPr>
              <a:t>http://hallvard.github.io/plantuml/</a:t>
            </a:r>
            <a:r>
              <a:rPr/>
              <a:t> to Eclipse</a:t>
            </a:r>
          </a:p>
          <a:p>
            <a:pPr lvl="1" indent="0" marL="342900">
              <a:buNone/>
            </a:pPr>
            <a:r>
              <a:rPr/>
              <a:t>center h:450px</a:t>
            </a:r>
          </a:p>
          <a:p>
            <a:pPr lvl="1" indent="0" marL="342900">
              <a:buNone/>
            </a:pPr>
            <a:r>
              <a:rPr/>
              <a:t>center h:450px</a:t>
            </a:r>
          </a:p>
        </p:txBody>
      </p:sp>
    </p:spTree>
  </p:cSld>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Eclipse?</a:t>
            </a:r>
          </a:p>
          <a:p>
            <a:pPr lvl="0" indent="0" marL="0">
              <a:spcBef>
                <a:spcPts val="3000"/>
              </a:spcBef>
              <a:buNone/>
            </a:pPr>
            <a:r>
              <a:rPr b="1"/>
              <a:t>How to install it?</a:t>
            </a:r>
          </a:p>
          <a:p>
            <a:pPr lvl="0"/>
            <a:r>
              <a:rPr/>
              <a:t>Select PlantUML features:</a:t>
            </a:r>
            <a:br/>
            <a:r>
              <a:rPr/>
              <a:t>center h:380px</a:t>
            </a:r>
          </a:p>
          <a:p>
            <a:pPr lvl="0"/>
            <a:r>
              <a:rPr/>
              <a:t>Restart Eclipse</a:t>
            </a:r>
          </a:p>
        </p:txBody>
      </p:sp>
    </p:spTree>
  </p:cSld>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Plantuml How to integrate with Eclipse?</a:t>
            </a:r>
          </a:p>
          <a:p>
            <a:pPr lvl="0" indent="0" marL="0">
              <a:spcBef>
                <a:spcPts val="3000"/>
              </a:spcBef>
              <a:buNone/>
            </a:pPr>
            <a:r>
              <a:rPr b="1"/>
              <a:t>How to improve it?</a:t>
            </a:r>
          </a:p>
          <a:p>
            <a:pPr lvl="0" indent="0" marL="0">
              <a:buNone/>
            </a:pPr>
            <a:r>
              <a:rPr/>
              <a:t>The plugin is not limited to Java source file, it also works with *Ecore**/Xcore* files.</a:t>
            </a:r>
          </a:p>
          <a:p>
            <a:pPr lvl="0" indent="0" marL="0">
              <a:buNone/>
            </a:pPr>
            <a:r>
              <a:rPr/>
              <a:t>So that you can see the corresponding class diagram in a view side-by-side the *Ecore**/Xcore* editor :</a:t>
            </a:r>
          </a:p>
        </p:txBody>
      </p:sp>
      <p:pic>
        <p:nvPicPr>
          <p:cNvPr descr="https://plantuml.com/img/xwordfeud-plantuml.png" id="0" name="Picture 1"/>
          <p:cNvPicPr>
            <a:picLocks noGrp="1" noChangeAspect="1"/>
          </p:cNvPicPr>
          <p:nvPr/>
        </p:nvPicPr>
        <p:blipFill>
          <a:blip r:embed="rId2"/>
          <a:stretch>
            <a:fillRect/>
          </a:stretch>
        </p:blipFill>
        <p:spPr bwMode="auto">
          <a:xfrm>
            <a:off x="3568700" y="838200"/>
            <a:ext cx="5105400" cy="2590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right:60% h:380px</a:t>
            </a:r>
          </a:p>
        </p:txBody>
      </p:sp>
    </p:spTree>
  </p:cSld>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Eclipse?</a:t>
            </a:r>
          </a:p>
          <a:p>
            <a:pPr lvl="0" indent="0" marL="0">
              <a:spcBef>
                <a:spcPts val="3000"/>
              </a:spcBef>
              <a:buNone/>
            </a:pPr>
            <a:r>
              <a:rPr b="1"/>
              <a:t>How to improve it?</a:t>
            </a:r>
          </a:p>
          <a:p>
            <a:pPr lvl="0"/>
            <a:r>
              <a:rPr/>
              <a:t>If you want to support other file types, you can implement a new extension to do so. You can have a look at </a:t>
            </a:r>
            <a:r>
              <a:rPr>
                <a:hlinkClick r:id="rId2"/>
              </a:rPr>
              <a:t>the current xcore implementation</a:t>
            </a:r>
            <a:r>
              <a:rPr/>
              <a:t>.</a:t>
            </a:r>
          </a:p>
        </p:txBody>
      </p:sp>
    </p:spTree>
  </p:cSld>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PlantUML Integrations</a:t>
            </a:r>
          </a:p>
          <a:p>
            <a:pPr lvl="0"/>
            <a:r>
              <a:rPr/>
              <a:t>PlantUML integrates with virtually every major wiki, forum, IDE, and documentation tool</a:t>
            </a:r>
          </a:p>
          <a:p>
            <a:pPr lvl="0"/>
            <a:r>
              <a:rPr/>
              <a:t>Key integrations: VS Code (PlantUML extension), Eclipse, IntelliJ IDEA, Doxygen</a:t>
            </a:r>
          </a:p>
          <a:p>
            <a:pPr lvl="0"/>
            <a:r>
              <a:rPr/>
              <a:t>Wiki integrations: GitHub, GitLab, Confluence, MediaWiki, DokuWiki</a:t>
            </a:r>
          </a:p>
          <a:p>
            <a:pPr lvl="0"/>
            <a:r>
              <a:rPr/>
              <a:t>Documentation tools: Sphinx, Javadoc, Markdown processors</a:t>
            </a:r>
          </a:p>
          <a:p>
            <a:pPr lvl="0"/>
            <a:r>
              <a:rPr/>
              <a:t>Integration enables “diagrams as code” workflow directly in your development environment</a:t>
            </a:r>
          </a:p>
        </p:txBody>
      </p:sp>
    </p:spTree>
  </p:cSld>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E: PlantUML Diagram Types &amp; Advanced Features</a:t>
            </a:r>
          </a:p>
        </p:txBody>
      </p:sp>
    </p:spTree>
  </p:cSld>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PlantUML UML Diagrams (Sequence, Use Case, Class, Object, Activity, Component, Deployment, State, Timing)</a:t>
            </a:r>
          </a:p>
          <a:p>
            <a:pPr lvl="0"/>
            <a:r>
              <a:rPr/>
              <a:t>PlantUML C4 Model Diagrams</a:t>
            </a:r>
          </a:p>
          <a:p>
            <a:pPr lvl="0"/>
            <a:r>
              <a:rPr/>
              <a:t>PlantUML Non-UML Diagrams (JSON, YAML, Network, Wireframe, Gantt, MindMap, etc.)</a:t>
            </a:r>
          </a:p>
          <a:p>
            <a:pPr lvl="0"/>
            <a:r>
              <a:rPr/>
              <a:t>PlantUML Preprocessing</a:t>
            </a:r>
          </a:p>
          <a:p>
            <a:pPr lvl="0"/>
            <a:r>
              <a:rPr/>
              <a:t>PlantUML Icon Support (Stdlib)</a:t>
            </a:r>
          </a:p>
          <a:p>
            <a:pPr lvl="0"/>
            <a:r>
              <a:rPr/>
              <a:t>Calling PlantUML from Java</a:t>
            </a:r>
          </a:p>
        </p:txBody>
      </p:sp>
    </p:spTree>
  </p:cSld>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How to integrate with Visual Studio Code?</a:t>
            </a:r>
          </a:p>
        </p:txBody>
      </p:sp>
    </p:spTree>
  </p:cSld>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integrate with Visual Studio Code?</a:t>
            </a:r>
          </a:p>
        </p:txBody>
      </p:sp>
      <p:sp>
        <p:nvSpPr>
          <p:cNvPr id="3" name="Content Placeholder 2"/>
          <p:cNvSpPr>
            <a:spLocks noGrp="1"/>
          </p:cNvSpPr>
          <p:nvPr>
            <p:ph idx="1"/>
          </p:nvPr>
        </p:nvSpPr>
        <p:spPr/>
        <p:txBody>
          <a:bodyPr/>
          <a:lstStyle/>
          <a:p>
            <a:pPr lvl="0"/>
            <a:r>
              <a:rPr/>
              <a:t>Install the </a:t>
            </a:r>
            <a:r>
              <a:rPr b="1"/>
              <a:t>PlantUML</a:t>
            </a:r>
            <a:r>
              <a:rPr/>
              <a:t> extension by jebbs from the VS Code Marketplace</a:t>
            </a:r>
          </a:p>
          <a:p>
            <a:pPr lvl="0"/>
            <a:r>
              <a:rPr/>
              <a:t>Extension ID: </a:t>
            </a:r>
            <a:r>
              <a:rPr>
                <a:latin typeface="Courier"/>
              </a:rPr>
              <a:t>jebbs.plantuml</a:t>
            </a:r>
          </a:p>
          <a:p>
            <a:pPr lvl="0"/>
            <a:r>
              <a:rPr/>
              <a:t>Requirements: Java runtime and Graphviz installed on your system</a:t>
            </a:r>
          </a:p>
          <a:p>
            <a:pPr lvl="0"/>
            <a:r>
              <a:rPr/>
              <a:t>Features: syntax highlighting, auto-completion, preview, and export</a:t>
            </a:r>
          </a:p>
          <a:p>
            <a:pPr lvl="0"/>
            <a:r>
              <a:rPr/>
              <a:t>Use </a:t>
            </a:r>
            <a:r>
              <a:rPr>
                <a:latin typeface="Courier"/>
              </a:rPr>
              <a:t>Alt+D</a:t>
            </a:r>
            <a:r>
              <a:rPr/>
              <a:t> to preview diagrams in a side panel</a:t>
            </a:r>
          </a:p>
          <a:p>
            <a:pPr lvl="0"/>
            <a:r>
              <a:rPr/>
              <a:t>Create </a:t>
            </a:r>
            <a:r>
              <a:rPr>
                <a:latin typeface="Courier"/>
              </a:rPr>
              <a:t>.puml</a:t>
            </a:r>
            <a:r>
              <a:rPr/>
              <a:t> or </a:t>
            </a:r>
            <a:r>
              <a:rPr>
                <a:latin typeface="Courier"/>
              </a:rPr>
              <a:t>.plantuml</a:t>
            </a:r>
            <a:r>
              <a:rPr/>
              <a:t> files and start writing PlantUML code</a:t>
            </a:r>
          </a:p>
        </p:txBody>
      </p:sp>
    </p:spTree>
  </p:cSld>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How to integrate with Visual Studio?</a:t>
            </a:r>
          </a:p>
        </p:txBody>
      </p:sp>
    </p:spTree>
  </p:cSld>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integrate with Visual Studio?</a:t>
            </a:r>
          </a:p>
        </p:txBody>
      </p:sp>
      <p:sp>
        <p:nvSpPr>
          <p:cNvPr id="3" name="Content Placeholder 2"/>
          <p:cNvSpPr>
            <a:spLocks noGrp="1"/>
          </p:cNvSpPr>
          <p:nvPr>
            <p:ph idx="1"/>
          </p:nvPr>
        </p:nvSpPr>
        <p:spPr/>
        <p:txBody>
          <a:bodyPr/>
          <a:lstStyle/>
          <a:p>
            <a:pPr lvl="0"/>
            <a:r>
              <a:rPr/>
              <a:t>Install the </a:t>
            </a:r>
            <a:r>
              <a:rPr b="1"/>
              <a:t>PlantUML Language Service</a:t>
            </a:r>
            <a:r>
              <a:rPr/>
              <a:t> extension from Visual Studio Marketplace</a:t>
            </a:r>
          </a:p>
          <a:p>
            <a:pPr lvl="0"/>
            <a:r>
              <a:rPr/>
              <a:t>Provides syntax highlighting and preview for </a:t>
            </a:r>
            <a:r>
              <a:rPr>
                <a:latin typeface="Courier"/>
              </a:rPr>
              <a:t>.puml</a:t>
            </a:r>
            <a:r>
              <a:rPr/>
              <a:t> files</a:t>
            </a:r>
          </a:p>
          <a:p>
            <a:pPr lvl="0"/>
            <a:r>
              <a:rPr/>
              <a:t>Alternatively, use </a:t>
            </a:r>
            <a:r>
              <a:rPr b="1"/>
              <a:t>Markdown Editor</a:t>
            </a:r>
            <a:r>
              <a:rPr/>
              <a:t> extensions that support PlantUML rendering</a:t>
            </a:r>
          </a:p>
          <a:p>
            <a:pPr lvl="0"/>
            <a:r>
              <a:rPr/>
              <a:t>You can also integrate PlantUML into your build process using the </a:t>
            </a:r>
            <a:r>
              <a:rPr>
                <a:latin typeface="Courier"/>
              </a:rPr>
              <a:t>plantuml.jar</a:t>
            </a:r>
            <a:r>
              <a:rPr/>
              <a:t> command line</a:t>
            </a:r>
          </a:p>
          <a:p>
            <a:pPr lvl="0"/>
            <a:r>
              <a:rPr/>
              <a:t>For .NET projects, use NuGet package </a:t>
            </a:r>
            <a:r>
              <a:rPr>
                <a:latin typeface="Courier"/>
              </a:rPr>
              <a:t>PlantUml.Net</a:t>
            </a:r>
            <a:r>
              <a:rPr/>
              <a:t> to generate diagrams programmatically</a:t>
            </a:r>
          </a:p>
        </p:txBody>
      </p:sp>
    </p:spTree>
  </p:cSld>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UML Diagrams</a:t>
            </a:r>
          </a:p>
        </p:txBody>
      </p:sp>
    </p:spTree>
  </p:cSld>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Sequence diagram</a:t>
            </a:r>
          </a:p>
          <a:p>
            <a:pPr lvl="0"/>
            <a:r>
              <a:rPr/>
              <a:t>Models interactions between objects in time order</a:t>
            </a:r>
          </a:p>
          <a:p>
            <a:pPr lvl="0"/>
            <a:r>
              <a:rPr/>
              <a:t>Shows message exchange between participants (actors, objects, components)</a:t>
            </a:r>
          </a:p>
          <a:p>
            <a:pPr lvl="0"/>
            <a:r>
              <a:rPr/>
              <a:t>Use for: API call flows, method invocations, protocol interactions</a:t>
            </a:r>
          </a:p>
          <a:p>
            <a:pPr lvl="0" indent="0">
              <a:buNone/>
            </a:pPr>
            <a:r>
              <a:rPr>
                <a:latin typeface="Courier"/>
              </a:rPr>
              <a:t>@startuml
actor User
User -&gt; WebApp : HTTP Request
WebApp -&gt; AuthService : validate(token)
AuthService --&gt; WebApp : isValid
WebApp -&gt; Database : query(data)
Database --&gt; WebApp : resultSet
WebApp --&gt; User : HTTP Response
@enduml</a:t>
            </a:r>
          </a:p>
          <a:p>
            <a:pPr lvl="0"/>
            <a:r>
              <a:rPr/>
              <a:t>https://plantuml.com/sequence-diagram</a:t>
            </a:r>
          </a:p>
        </p:txBody>
      </p:sp>
    </p:spTree>
  </p:cSld>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Sequence diagram - Key Elements</a:t>
            </a:r>
          </a:p>
          <a:p>
            <a:pPr lvl="0"/>
            <a:r>
              <a:rPr b="1"/>
              <a:t>Participants</a:t>
            </a:r>
            <a:r>
              <a:rPr/>
              <a:t>: </a:t>
            </a:r>
            <a:r>
              <a:rPr>
                <a:latin typeface="Courier"/>
              </a:rPr>
              <a:t>actor</a:t>
            </a:r>
            <a:r>
              <a:rPr/>
              <a:t>, </a:t>
            </a:r>
            <a:r>
              <a:rPr>
                <a:latin typeface="Courier"/>
              </a:rPr>
              <a:t>participant</a:t>
            </a:r>
            <a:r>
              <a:rPr/>
              <a:t>, </a:t>
            </a:r>
            <a:r>
              <a:rPr>
                <a:latin typeface="Courier"/>
              </a:rPr>
              <a:t>boundary</a:t>
            </a:r>
            <a:r>
              <a:rPr/>
              <a:t>, </a:t>
            </a:r>
            <a:r>
              <a:rPr>
                <a:latin typeface="Courier"/>
              </a:rPr>
              <a:t>control</a:t>
            </a:r>
            <a:r>
              <a:rPr/>
              <a:t>, </a:t>
            </a:r>
            <a:r>
              <a:rPr>
                <a:latin typeface="Courier"/>
              </a:rPr>
              <a:t>entity</a:t>
            </a:r>
            <a:r>
              <a:rPr/>
              <a:t>, </a:t>
            </a:r>
            <a:r>
              <a:rPr>
                <a:latin typeface="Courier"/>
              </a:rPr>
              <a:t>database</a:t>
            </a:r>
          </a:p>
          <a:p>
            <a:pPr lvl="0"/>
            <a:r>
              <a:rPr b="1"/>
              <a:t>Arrows</a:t>
            </a:r>
            <a:r>
              <a:rPr/>
              <a:t>: </a:t>
            </a:r>
            <a:r>
              <a:rPr>
                <a:latin typeface="Courier"/>
              </a:rPr>
              <a:t>-&gt;</a:t>
            </a:r>
            <a:r>
              <a:rPr/>
              <a:t> (solid), </a:t>
            </a:r>
            <a:r>
              <a:rPr>
                <a:latin typeface="Courier"/>
              </a:rPr>
              <a:t>--&gt;</a:t>
            </a:r>
            <a:r>
              <a:rPr/>
              <a:t> (dashed), </a:t>
            </a:r>
            <a:r>
              <a:rPr>
                <a:latin typeface="Courier"/>
              </a:rPr>
              <a:t>-&gt;&gt;</a:t>
            </a:r>
            <a:r>
              <a:rPr/>
              <a:t> (async)</a:t>
            </a:r>
          </a:p>
          <a:p>
            <a:pPr lvl="0"/>
            <a:r>
              <a:rPr b="1"/>
              <a:t>Grouping</a:t>
            </a:r>
            <a:r>
              <a:rPr/>
              <a:t>: </a:t>
            </a:r>
            <a:r>
              <a:rPr>
                <a:latin typeface="Courier"/>
              </a:rPr>
              <a:t>alt/else</a:t>
            </a:r>
            <a:r>
              <a:rPr/>
              <a:t>, </a:t>
            </a:r>
            <a:r>
              <a:rPr>
                <a:latin typeface="Courier"/>
              </a:rPr>
              <a:t>loop</a:t>
            </a:r>
            <a:r>
              <a:rPr/>
              <a:t>, </a:t>
            </a:r>
            <a:r>
              <a:rPr>
                <a:latin typeface="Courier"/>
              </a:rPr>
              <a:t>opt</a:t>
            </a:r>
            <a:r>
              <a:rPr/>
              <a:t>, </a:t>
            </a:r>
            <a:r>
              <a:rPr>
                <a:latin typeface="Courier"/>
              </a:rPr>
              <a:t>par</a:t>
            </a:r>
            <a:r>
              <a:rPr/>
              <a:t>, </a:t>
            </a:r>
            <a:r>
              <a:rPr>
                <a:latin typeface="Courier"/>
              </a:rPr>
              <a:t>break</a:t>
            </a:r>
            <a:r>
              <a:rPr/>
              <a:t>, </a:t>
            </a:r>
            <a:r>
              <a:rPr>
                <a:latin typeface="Courier"/>
              </a:rPr>
              <a:t>group</a:t>
            </a:r>
          </a:p>
          <a:p>
            <a:pPr lvl="0"/>
            <a:r>
              <a:rPr b="1"/>
              <a:t>Activation</a:t>
            </a:r>
            <a:r>
              <a:rPr/>
              <a:t>: </a:t>
            </a:r>
            <a:r>
              <a:rPr>
                <a:latin typeface="Courier"/>
              </a:rPr>
              <a:t>activate</a:t>
            </a:r>
            <a:r>
              <a:rPr/>
              <a:t>/</a:t>
            </a:r>
            <a:r>
              <a:rPr>
                <a:latin typeface="Courier"/>
              </a:rPr>
              <a:t>deactivate</a:t>
            </a:r>
            <a:r>
              <a:rPr/>
              <a:t> or </a:t>
            </a:r>
            <a:r>
              <a:rPr>
                <a:latin typeface="Courier"/>
              </a:rPr>
              <a:t>++</a:t>
            </a:r>
            <a:r>
              <a:rPr/>
              <a:t>/</a:t>
            </a:r>
            <a:r>
              <a:rPr>
                <a:latin typeface="Courier"/>
              </a:rPr>
              <a:t>--</a:t>
            </a:r>
          </a:p>
          <a:p>
            <a:pPr lvl="0" indent="0">
              <a:buNone/>
            </a:pPr>
            <a:r>
              <a:rPr>
                <a:latin typeface="Courier"/>
              </a:rPr>
              <a:t>@startuml
participant Client
participant Server
Client -&gt; Server ++ : request()
Server -&gt; Server : process()
Server --&gt; Client -- : response()
@enduml</a:t>
            </a:r>
          </a:p>
        </p:txBody>
      </p:sp>
    </p:spTree>
  </p:cSld>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Usecase diagram</a:t>
            </a:r>
          </a:p>
          <a:p>
            <a:pPr lvl="0"/>
            <a:r>
              <a:rPr/>
              <a:t>Models system functionality from the user’s perspective</a:t>
            </a:r>
          </a:p>
          <a:p>
            <a:pPr lvl="0"/>
            <a:r>
              <a:rPr/>
              <a:t>Shows actors (users/external systems) and their interactions with use cases</a:t>
            </a:r>
          </a:p>
          <a:p>
            <a:pPr lvl="0"/>
            <a:r>
              <a:rPr/>
              <a:t>Use for: requirements gathering, system scope definition</a:t>
            </a:r>
          </a:p>
          <a:p>
            <a:pPr lvl="0" indent="0">
              <a:buNone/>
            </a:pPr>
            <a:r>
              <a:rPr>
                <a:latin typeface="Courier"/>
              </a:rPr>
              <a:t>@startuml
left to right direction
actor Student as S
actor Professor as P
rectangle "University System" {
  usecase "Enroll in Course" as UC1
  usecase "View Grades" as UC2
  usecase "Submit Assignment" as UC3
  usecase "Grade Assignment" as UC4
}
S --&gt; UC1
S --&gt; UC2
S --&gt; UC3
P --&gt; UC4
P --&gt; UC2
@enduml</a:t>
            </a:r>
          </a:p>
          <a:p>
            <a:pPr lvl="0"/>
            <a:r>
              <a:rPr/>
              <a:t>https://plantuml.com/use-case-diagram</a:t>
            </a:r>
          </a:p>
        </p:txBody>
      </p:sp>
    </p:spTree>
  </p:cSld>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Usecase diagram - Key Elements</a:t>
            </a:r>
          </a:p>
          <a:p>
            <a:pPr lvl="0"/>
            <a:r>
              <a:rPr b="1"/>
              <a:t>Actors</a:t>
            </a:r>
            <a:r>
              <a:rPr/>
              <a:t>: </a:t>
            </a:r>
            <a:r>
              <a:rPr>
                <a:latin typeface="Courier"/>
              </a:rPr>
              <a:t>actor "Name"</a:t>
            </a:r>
            <a:r>
              <a:rPr/>
              <a:t> or </a:t>
            </a:r>
            <a:r>
              <a:rPr>
                <a:latin typeface="Courier"/>
              </a:rPr>
              <a:t>:Name:</a:t>
            </a:r>
          </a:p>
          <a:p>
            <a:pPr lvl="0"/>
            <a:r>
              <a:rPr b="1"/>
              <a:t>Use cases</a:t>
            </a:r>
            <a:r>
              <a:rPr/>
              <a:t>: </a:t>
            </a:r>
            <a:r>
              <a:rPr>
                <a:latin typeface="Courier"/>
              </a:rPr>
              <a:t>usecase "Name"</a:t>
            </a:r>
            <a:r>
              <a:rPr/>
              <a:t> or </a:t>
            </a:r>
            <a:r>
              <a:rPr>
                <a:latin typeface="Courier"/>
              </a:rPr>
              <a:t>(Name)</a:t>
            </a:r>
          </a:p>
          <a:p>
            <a:pPr lvl="0"/>
            <a:r>
              <a:rPr b="1"/>
              <a:t>Relationships</a:t>
            </a:r>
            <a:r>
              <a:rPr/>
              <a:t>: </a:t>
            </a:r>
            <a:r>
              <a:rPr>
                <a:latin typeface="Courier"/>
              </a:rPr>
              <a:t>--&gt;</a:t>
            </a:r>
            <a:r>
              <a:rPr/>
              <a:t> (association), </a:t>
            </a:r>
            <a:r>
              <a:rPr>
                <a:latin typeface="Courier"/>
              </a:rPr>
              <a:t>.&gt;</a:t>
            </a:r>
            <a:r>
              <a:rPr/>
              <a:t> (include/extend)</a:t>
            </a:r>
          </a:p>
          <a:p>
            <a:pPr lvl="0"/>
            <a:r>
              <a:rPr b="1"/>
              <a:t>System boundary</a:t>
            </a:r>
            <a:r>
              <a:rPr/>
              <a:t>: </a:t>
            </a:r>
            <a:r>
              <a:rPr>
                <a:latin typeface="Courier"/>
              </a:rPr>
              <a:t>rectangle "System Name" { ... }</a:t>
            </a:r>
          </a:p>
          <a:p>
            <a:pPr lvl="0"/>
            <a:r>
              <a:rPr b="1"/>
              <a:t>Stereotypes</a:t>
            </a:r>
            <a:r>
              <a:rPr/>
              <a:t>: </a:t>
            </a:r>
            <a:r>
              <a:rPr>
                <a:latin typeface="Courier"/>
              </a:rPr>
              <a:t>&lt;&lt;include&gt;&gt;</a:t>
            </a:r>
            <a:r>
              <a:rPr/>
              <a:t>, </a:t>
            </a:r>
            <a:r>
              <a:rPr>
                <a:latin typeface="Courier"/>
              </a:rPr>
              <a:t>&lt;&lt;extend&gt;&gt;</a:t>
            </a:r>
          </a:p>
          <a:p>
            <a:pPr lvl="0" indent="0">
              <a:buNone/>
            </a:pPr>
            <a:r>
              <a:rPr>
                <a:latin typeface="Courier"/>
              </a:rPr>
              <a:t>@startuml
:User: --&gt; (Login)
:User: --&gt; (Place Order)
(Place Order) .&gt; (Authenticate) : &lt;&lt;include&gt;&gt;
(Place Order) .&gt; (Apply Discount) : &lt;&lt;extend&gt;&gt;
@enduml</a:t>
            </a:r>
          </a:p>
        </p:txBody>
      </p:sp>
    </p:spTree>
  </p:cSld>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Class diagram</a:t>
            </a:r>
          </a:p>
          <a:p>
            <a:pPr lvl="0"/>
            <a:r>
              <a:rPr/>
              <a:t>Models the static structure of a system showing classes, attributes, methods, and relationships</a:t>
            </a:r>
          </a:p>
          <a:p>
            <a:pPr lvl="0"/>
            <a:r>
              <a:rPr/>
              <a:t>Use for: object-oriented design, database schema planning, API design</a:t>
            </a:r>
          </a:p>
          <a:p>
            <a:pPr lvl="0" indent="0">
              <a:buNone/>
            </a:pPr>
            <a:r>
              <a:rPr>
                <a:latin typeface="Courier"/>
              </a:rPr>
              <a:t>@startuml
class Animal {
  - name : String
  - age : int
  + getName() : String
  + makeSound() : void
}
class Dog extends Animal {
  - breed : String
  + fetch() : void
}
class Cat extends Animal {
  + purr() : void
}
interface Trainable {
  + train() : void
}
Dog ..|&gt; Trainable
@enduml</a:t>
            </a:r>
          </a:p>
          <a:p>
            <a:pPr lvl="0"/>
            <a:r>
              <a:rPr/>
              <a:t>https://plantuml.com/class-diagram</a:t>
            </a:r>
          </a:p>
        </p:txBody>
      </p:sp>
    </p:spTree>
  </p:cSld>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Class diagram - Key Elements</a:t>
            </a:r>
          </a:p>
          <a:p>
            <a:pPr lvl="0"/>
            <a:r>
              <a:rPr b="1"/>
              <a:t>Visibility</a:t>
            </a:r>
            <a:r>
              <a:rPr/>
              <a:t>: </a:t>
            </a:r>
            <a:r>
              <a:rPr>
                <a:latin typeface="Courier"/>
              </a:rPr>
              <a:t>-</a:t>
            </a:r>
            <a:r>
              <a:rPr/>
              <a:t> private, </a:t>
            </a:r>
            <a:r>
              <a:rPr>
                <a:latin typeface="Courier"/>
              </a:rPr>
              <a:t>+</a:t>
            </a:r>
            <a:r>
              <a:rPr/>
              <a:t> public, </a:t>
            </a:r>
            <a:r>
              <a:rPr>
                <a:latin typeface="Courier"/>
              </a:rPr>
              <a:t>#</a:t>
            </a:r>
            <a:r>
              <a:rPr/>
              <a:t> protected, </a:t>
            </a:r>
            <a:r>
              <a:rPr>
                <a:latin typeface="Courier"/>
              </a:rPr>
              <a:t>~</a:t>
            </a:r>
            <a:r>
              <a:rPr/>
              <a:t> package</a:t>
            </a:r>
          </a:p>
          <a:p>
            <a:pPr lvl="0"/>
            <a:r>
              <a:rPr b="1"/>
              <a:t>Relationships</a:t>
            </a:r>
            <a:r>
              <a:rPr/>
              <a:t>: </a:t>
            </a:r>
            <a:r>
              <a:rPr>
                <a:latin typeface="Courier"/>
              </a:rPr>
              <a:t>&lt;|--</a:t>
            </a:r>
            <a:r>
              <a:rPr/>
              <a:t> inheritance, </a:t>
            </a:r>
            <a:r>
              <a:rPr>
                <a:latin typeface="Courier"/>
              </a:rPr>
              <a:t>*--</a:t>
            </a:r>
            <a:r>
              <a:rPr/>
              <a:t> composition, </a:t>
            </a:r>
            <a:r>
              <a:rPr>
                <a:latin typeface="Courier"/>
              </a:rPr>
              <a:t>o--</a:t>
            </a:r>
            <a:r>
              <a:rPr/>
              <a:t> aggregation</a:t>
            </a:r>
          </a:p>
          <a:p>
            <a:pPr lvl="0"/>
            <a:r>
              <a:rPr b="1"/>
              <a:t>Interfaces</a:t>
            </a:r>
            <a:r>
              <a:rPr/>
              <a:t>: </a:t>
            </a:r>
            <a:r>
              <a:rPr>
                <a:latin typeface="Courier"/>
              </a:rPr>
              <a:t>interface Name</a:t>
            </a:r>
            <a:r>
              <a:rPr/>
              <a:t>, </a:t>
            </a:r>
            <a:r>
              <a:rPr>
                <a:latin typeface="Courier"/>
              </a:rPr>
              <a:t>..|&gt;</a:t>
            </a:r>
            <a:r>
              <a:rPr/>
              <a:t> implements</a:t>
            </a:r>
          </a:p>
          <a:p>
            <a:pPr lvl="0"/>
            <a:r>
              <a:rPr b="1"/>
              <a:t>Abstract</a:t>
            </a:r>
            <a:r>
              <a:rPr/>
              <a:t>: </a:t>
            </a:r>
            <a:r>
              <a:rPr>
                <a:latin typeface="Courier"/>
              </a:rPr>
              <a:t>abstract class Name</a:t>
            </a:r>
          </a:p>
          <a:p>
            <a:pPr lvl="0"/>
            <a:r>
              <a:rPr b="1"/>
              <a:t>Notes</a:t>
            </a:r>
            <a:r>
              <a:rPr/>
              <a:t>: </a:t>
            </a:r>
            <a:r>
              <a:rPr>
                <a:latin typeface="Courier"/>
              </a:rPr>
              <a:t>note left of</a:t>
            </a:r>
            <a:r>
              <a:rPr/>
              <a:t>, </a:t>
            </a:r>
            <a:r>
              <a:rPr>
                <a:latin typeface="Courier"/>
              </a:rPr>
              <a:t>note right of</a:t>
            </a:r>
          </a:p>
          <a:p>
            <a:pPr lvl="0" indent="0">
              <a:buNone/>
            </a:pPr>
            <a:r>
              <a:rPr>
                <a:latin typeface="Courier"/>
              </a:rPr>
              <a:t>@startuml
class Order {
  + orderId : int
  + getTotal() : double
}
class OrderItem {
  + quantity : int
}
Order *-- "1..*" OrderItem : contains
@enduml</a:t>
            </a:r>
          </a:p>
        </p:txBody>
      </p:sp>
    </p:spTree>
  </p:cSld>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Object diagram</a:t>
            </a:r>
          </a:p>
          <a:p>
            <a:pPr lvl="0"/>
            <a:r>
              <a:rPr/>
              <a:t>Shows a snapshot of objects and their relationships at a specific point in time</a:t>
            </a:r>
          </a:p>
          <a:p>
            <a:pPr lvl="0"/>
            <a:r>
              <a:rPr/>
              <a:t>Similar to class diagrams but shows instances instead of classes</a:t>
            </a:r>
          </a:p>
          <a:p>
            <a:pPr lvl="0"/>
            <a:r>
              <a:rPr/>
              <a:t>Use for: illustrating specific examples of class structures</a:t>
            </a:r>
          </a:p>
          <a:p>
            <a:pPr lvl="0" indent="0">
              <a:buNone/>
            </a:pPr>
            <a:r>
              <a:rPr>
                <a:latin typeface="Courier"/>
              </a:rPr>
              <a:t>@startuml
object "john : Student" as john {
  name = "John Smith"
  studentId = 12345
  gpa = 3.5
}
object "cs101 : Course" as cs101 {
  title = "Intro to CS"
  credits = 3
}
object "cs202 : Course" as cs202 {
  title = "Data Structures"
  credits = 4
}
john --&gt; cs101 : enrolled
john --&gt; cs202 : enrolled
@enduml</a:t>
            </a:r>
          </a:p>
          <a:p>
            <a:pPr lvl="0"/>
            <a:r>
              <a:rPr/>
              <a:t>https://plantuml.com/object-diagram</a:t>
            </a:r>
          </a:p>
        </p:txBody>
      </p:sp>
    </p:spTree>
  </p:cSld>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Object diagram - Key Elements</a:t>
            </a:r>
          </a:p>
          <a:p>
            <a:pPr lvl="0"/>
            <a:r>
              <a:rPr b="1"/>
              <a:t>Objects</a:t>
            </a:r>
            <a:r>
              <a:rPr/>
              <a:t>: </a:t>
            </a:r>
            <a:r>
              <a:rPr>
                <a:latin typeface="Courier"/>
              </a:rPr>
              <a:t>object "name : Class" as alias { ... }</a:t>
            </a:r>
          </a:p>
          <a:p>
            <a:pPr lvl="0"/>
            <a:r>
              <a:rPr b="1"/>
              <a:t>Field values</a:t>
            </a:r>
            <a:r>
              <a:rPr/>
              <a:t>: </a:t>
            </a:r>
            <a:r>
              <a:rPr>
                <a:latin typeface="Courier"/>
              </a:rPr>
              <a:t>fieldName = value</a:t>
            </a:r>
            <a:r>
              <a:rPr/>
              <a:t> inside object body</a:t>
            </a:r>
          </a:p>
          <a:p>
            <a:pPr lvl="0"/>
            <a:r>
              <a:rPr b="1"/>
              <a:t>Links</a:t>
            </a:r>
            <a:r>
              <a:rPr/>
              <a:t>: </a:t>
            </a:r>
            <a:r>
              <a:rPr>
                <a:latin typeface="Courier"/>
              </a:rPr>
              <a:t>--&gt;</a:t>
            </a:r>
            <a:r>
              <a:rPr/>
              <a:t>, </a:t>
            </a:r>
            <a:r>
              <a:rPr>
                <a:latin typeface="Courier"/>
              </a:rPr>
              <a:t>--</a:t>
            </a:r>
            <a:r>
              <a:rPr/>
              <a:t>, </a:t>
            </a:r>
            <a:r>
              <a:rPr>
                <a:latin typeface="Courier"/>
              </a:rPr>
              <a:t>..&gt;</a:t>
            </a:r>
            <a:r>
              <a:rPr/>
              <a:t> between objects</a:t>
            </a:r>
          </a:p>
          <a:p>
            <a:pPr lvl="0"/>
            <a:r>
              <a:rPr b="1"/>
              <a:t>Maps</a:t>
            </a:r>
            <a:r>
              <a:rPr/>
              <a:t>: </a:t>
            </a:r>
            <a:r>
              <a:rPr>
                <a:latin typeface="Courier"/>
              </a:rPr>
              <a:t>map</a:t>
            </a:r>
            <a:r>
              <a:rPr/>
              <a:t> keyword for key-value structures</a:t>
            </a:r>
          </a:p>
          <a:p>
            <a:pPr lvl="0" indent="0">
              <a:buNone/>
            </a:pPr>
            <a:r>
              <a:rPr>
                <a:latin typeface="Courier"/>
              </a:rPr>
              <a:t>@startuml
object "app : Application" as app {
  version = "2.0"
}
map "config : Map" as config {
  host =&gt; localhost
  port =&gt; 8080
}
app --&gt; config : uses
@enduml</a:t>
            </a:r>
          </a:p>
        </p:txBody>
      </p:sp>
    </p:spTree>
  </p:cSld>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Activity diagram (here is the legacy syntax)</a:t>
            </a:r>
          </a:p>
          <a:p>
            <a:pPr lvl="0"/>
            <a:r>
              <a:rPr/>
              <a:t>Models the workflow or business process logic</a:t>
            </a:r>
          </a:p>
          <a:p>
            <a:pPr lvl="0"/>
            <a:r>
              <a:rPr/>
              <a:t>Shows control flow from activity to activity, including decisions and parallel flows</a:t>
            </a:r>
          </a:p>
          <a:p>
            <a:pPr lvl="0"/>
            <a:r>
              <a:rPr/>
              <a:t>Use for: algorithm visualization, business process modeling, use case flows</a:t>
            </a:r>
          </a:p>
          <a:p>
            <a:pPr lvl="0" indent="0">
              <a:buNone/>
            </a:pPr>
            <a:r>
              <a:rPr>
                <a:latin typeface="Courier"/>
              </a:rPr>
              <a:t>@startuml
start
:Receive Order;
if (Payment Valid?) then (yes)
  :Process Order;
  fork
    :Pack Items;
  fork again
    :Generate Invoice;
  end fork
  :Ship Order;
else (no)
  :Reject Order;
  :Notify Customer;
endif
stop
@enduml</a:t>
            </a:r>
          </a:p>
          <a:p>
            <a:pPr lvl="0"/>
            <a:r>
              <a:rPr/>
              <a:t>https://plantuml.com/activity-diagram-beta</a:t>
            </a:r>
          </a:p>
          <a:p>
            <a:pPr lvl="0"/>
            <a:r>
              <a:rPr/>
              <a:t>https://plantuml.com/activity-diagram-legacy</a:t>
            </a:r>
          </a:p>
        </p:txBody>
      </p:sp>
    </p:spTree>
  </p:cSld>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Activity diagram - Key Elements</a:t>
            </a:r>
          </a:p>
          <a:p>
            <a:pPr lvl="0"/>
            <a:r>
              <a:rPr b="1"/>
              <a:t>Start/Stop</a:t>
            </a:r>
            <a:r>
              <a:rPr/>
              <a:t>: </a:t>
            </a:r>
            <a:r>
              <a:rPr>
                <a:latin typeface="Courier"/>
              </a:rPr>
              <a:t>start</a:t>
            </a:r>
            <a:r>
              <a:rPr/>
              <a:t>, </a:t>
            </a:r>
            <a:r>
              <a:rPr>
                <a:latin typeface="Courier"/>
              </a:rPr>
              <a:t>stop</a:t>
            </a:r>
            <a:r>
              <a:rPr/>
              <a:t>, </a:t>
            </a:r>
            <a:r>
              <a:rPr>
                <a:latin typeface="Courier"/>
              </a:rPr>
              <a:t>end</a:t>
            </a:r>
          </a:p>
          <a:p>
            <a:pPr lvl="0"/>
            <a:r>
              <a:rPr b="1"/>
              <a:t>Actions</a:t>
            </a:r>
            <a:r>
              <a:rPr/>
              <a:t>: </a:t>
            </a:r>
            <a:r>
              <a:rPr>
                <a:latin typeface="Courier"/>
              </a:rPr>
              <a:t>:Action name;</a:t>
            </a:r>
          </a:p>
          <a:p>
            <a:pPr lvl="0"/>
            <a:r>
              <a:rPr b="1"/>
              <a:t>Decisions</a:t>
            </a:r>
            <a:r>
              <a:rPr/>
              <a:t>: </a:t>
            </a:r>
            <a:r>
              <a:rPr>
                <a:latin typeface="Courier"/>
              </a:rPr>
              <a:t>if (condition?) then (yes) ... else (no) ... endif</a:t>
            </a:r>
          </a:p>
          <a:p>
            <a:pPr lvl="0"/>
            <a:r>
              <a:rPr b="1"/>
              <a:t>Loops</a:t>
            </a:r>
            <a:r>
              <a:rPr/>
              <a:t>: </a:t>
            </a:r>
            <a:r>
              <a:rPr>
                <a:latin typeface="Courier"/>
              </a:rPr>
              <a:t>while (condition?) ... endwhile</a:t>
            </a:r>
          </a:p>
          <a:p>
            <a:pPr lvl="0"/>
            <a:r>
              <a:rPr b="1"/>
              <a:t>Parallel</a:t>
            </a:r>
            <a:r>
              <a:rPr/>
              <a:t>: </a:t>
            </a:r>
            <a:r>
              <a:rPr>
                <a:latin typeface="Courier"/>
              </a:rPr>
              <a:t>fork</a:t>
            </a:r>
            <a:r>
              <a:rPr/>
              <a:t> / </a:t>
            </a:r>
            <a:r>
              <a:rPr>
                <a:latin typeface="Courier"/>
              </a:rPr>
              <a:t>fork again</a:t>
            </a:r>
            <a:r>
              <a:rPr/>
              <a:t> / </a:t>
            </a:r>
            <a:r>
              <a:rPr>
                <a:latin typeface="Courier"/>
              </a:rPr>
              <a:t>end fork</a:t>
            </a:r>
          </a:p>
          <a:p>
            <a:pPr lvl="0"/>
            <a:r>
              <a:rPr b="1"/>
              <a:t>Swimlanes</a:t>
            </a:r>
            <a:r>
              <a:rPr/>
              <a:t>: </a:t>
            </a:r>
            <a:r>
              <a:rPr>
                <a:latin typeface="Courier"/>
              </a:rPr>
              <a:t>|Swimlane Name|</a:t>
            </a:r>
          </a:p>
          <a:p>
            <a:pPr lvl="0" indent="0">
              <a:buNone/>
            </a:pPr>
            <a:r>
              <a:rPr>
                <a:latin typeface="Courier"/>
              </a:rPr>
              <a:t>@startuml
|Customer|
start
:Place Order;
|Warehouse|
:Check Stock;
|Customer|
:Receive Confirmation;
stop
@enduml</a:t>
            </a:r>
          </a:p>
        </p:txBody>
      </p:sp>
    </p:spTree>
  </p:cSld>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Component diagram</a:t>
            </a:r>
          </a:p>
          <a:p>
            <a:pPr lvl="0"/>
            <a:r>
              <a:rPr/>
              <a:t>Models the physical structure of a system in terms of its components and dependencies</a:t>
            </a:r>
          </a:p>
          <a:p>
            <a:pPr lvl="0"/>
            <a:r>
              <a:rPr/>
              <a:t>Shows how components are wired together to form larger systems</a:t>
            </a:r>
          </a:p>
          <a:p>
            <a:pPr lvl="0"/>
            <a:r>
              <a:rPr/>
              <a:t>Use for: software architecture, system integration, module dependencies</a:t>
            </a:r>
          </a:p>
          <a:p>
            <a:pPr lvl="0" indent="0">
              <a:buNone/>
            </a:pPr>
            <a:r>
              <a:rPr>
                <a:latin typeface="Courier"/>
              </a:rPr>
              <a:t>@startuml
package "Frontend" {
  [Web Browser] as WB
  [Mobile App] as MA
}
package "Backend" {
  [REST API] as API
  [Auth Service] as Auth
  [Business Logic] as BL
}
database "PostgreSQL" as DB
WB --&gt; API
MA --&gt; API
API --&gt; Auth
API --&gt; BL
BL --&gt; DB
@enduml</a:t>
            </a:r>
          </a:p>
          <a:p>
            <a:pPr lvl="0"/>
            <a:r>
              <a:rPr/>
              <a:t>https://plantuml.com/component-diagram</a:t>
            </a:r>
          </a:p>
        </p:txBody>
      </p:sp>
    </p:spTree>
  </p:cSld>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Component diagram - Key Elements</a:t>
            </a:r>
          </a:p>
          <a:p>
            <a:pPr lvl="0"/>
            <a:r>
              <a:rPr b="1"/>
              <a:t>Components</a:t>
            </a:r>
            <a:r>
              <a:rPr/>
              <a:t>: </a:t>
            </a:r>
            <a:r>
              <a:rPr>
                <a:latin typeface="Courier"/>
              </a:rPr>
              <a:t>[Component Name]</a:t>
            </a:r>
            <a:r>
              <a:rPr/>
              <a:t> or </a:t>
            </a:r>
            <a:r>
              <a:rPr>
                <a:latin typeface="Courier"/>
              </a:rPr>
              <a:t>component "Name"</a:t>
            </a:r>
          </a:p>
          <a:p>
            <a:pPr lvl="0"/>
            <a:r>
              <a:rPr b="1"/>
              <a:t>Interfaces</a:t>
            </a:r>
            <a:r>
              <a:rPr/>
              <a:t>: </a:t>
            </a:r>
            <a:r>
              <a:rPr>
                <a:latin typeface="Courier"/>
              </a:rPr>
              <a:t>() "Interface"</a:t>
            </a:r>
            <a:r>
              <a:rPr/>
              <a:t> or </a:t>
            </a:r>
            <a:r>
              <a:rPr>
                <a:latin typeface="Courier"/>
              </a:rPr>
              <a:t>interface "Name"</a:t>
            </a:r>
          </a:p>
          <a:p>
            <a:pPr lvl="0"/>
            <a:r>
              <a:rPr b="1"/>
              <a:t>Packages</a:t>
            </a:r>
            <a:r>
              <a:rPr/>
              <a:t>: </a:t>
            </a:r>
            <a:r>
              <a:rPr>
                <a:latin typeface="Courier"/>
              </a:rPr>
              <a:t>package "Name" { ... }</a:t>
            </a:r>
          </a:p>
          <a:p>
            <a:pPr lvl="0"/>
            <a:r>
              <a:rPr b="1"/>
              <a:t>Dependencies</a:t>
            </a:r>
            <a:r>
              <a:rPr/>
              <a:t>: </a:t>
            </a:r>
            <a:r>
              <a:rPr>
                <a:latin typeface="Courier"/>
              </a:rPr>
              <a:t>--&gt;</a:t>
            </a:r>
            <a:r>
              <a:rPr/>
              <a:t>, </a:t>
            </a:r>
            <a:r>
              <a:rPr>
                <a:latin typeface="Courier"/>
              </a:rPr>
              <a:t>..&gt;</a:t>
            </a:r>
            <a:r>
              <a:rPr/>
              <a:t>, </a:t>
            </a:r>
            <a:r>
              <a:rPr>
                <a:latin typeface="Courier"/>
              </a:rPr>
              <a:t>--</a:t>
            </a:r>
          </a:p>
          <a:p>
            <a:pPr lvl="0"/>
            <a:r>
              <a:rPr b="1"/>
              <a:t>Ports</a:t>
            </a:r>
            <a:r>
              <a:rPr/>
              <a:t>: defined with interface connections</a:t>
            </a:r>
          </a:p>
          <a:p>
            <a:pPr lvl="0" indent="0">
              <a:buNone/>
            </a:pPr>
            <a:r>
              <a:rPr>
                <a:latin typeface="Courier"/>
              </a:rPr>
              <a:t>@startuml
[OrderService] as OS
[PaymentGateway] as PG
() "REST" as R
OS - R
R )-- PG
@enduml</a:t>
            </a:r>
          </a:p>
        </p:txBody>
      </p:sp>
    </p:spTree>
  </p:cSld>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Deployment diagram</a:t>
            </a:r>
          </a:p>
          <a:p>
            <a:pPr lvl="0"/>
            <a:r>
              <a:rPr/>
              <a:t>Models the physical deployment of software artifacts on hardware nodes</a:t>
            </a:r>
          </a:p>
          <a:p>
            <a:pPr lvl="0"/>
            <a:r>
              <a:rPr/>
              <a:t>Shows the runtime architecture: servers, devices, and execution environments</a:t>
            </a:r>
          </a:p>
          <a:p>
            <a:pPr lvl="0"/>
            <a:r>
              <a:rPr/>
              <a:t>Use for: infrastructure planning, deployment documentation, cloud architecture</a:t>
            </a:r>
          </a:p>
          <a:p>
            <a:pPr lvl="0" indent="0">
              <a:buNone/>
            </a:pPr>
            <a:r>
              <a:rPr>
                <a:latin typeface="Courier"/>
              </a:rPr>
              <a:t>@startuml
node "Web Server" as WS {
  [Apache HTTP]
  [PHP Runtime]
}
node "App Server" as AS {
  [Spring Boot App]
}
database "DB Server" as DB {
  [MySQL]
}
cloud "CDN" as CDN
WS --&gt; AS : HTTP
AS --&gt; DB : JDBC
CDN --&gt; WS : static assets
@enduml</a:t>
            </a:r>
          </a:p>
          <a:p>
            <a:pPr lvl="0"/>
            <a:r>
              <a:rPr/>
              <a:t>https://plantuml.com/deployment-diagram</a:t>
            </a:r>
          </a:p>
        </p:txBody>
      </p:sp>
    </p:spTree>
  </p:cSld>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Deployment diagram - Key Elements</a:t>
            </a:r>
          </a:p>
          <a:p>
            <a:pPr lvl="0"/>
            <a:r>
              <a:rPr b="1"/>
              <a:t>Nodes</a:t>
            </a:r>
            <a:r>
              <a:rPr/>
              <a:t>: </a:t>
            </a:r>
            <a:r>
              <a:rPr>
                <a:latin typeface="Courier"/>
              </a:rPr>
              <a:t>node "Name" { ... }</a:t>
            </a:r>
          </a:p>
          <a:p>
            <a:pPr lvl="0"/>
            <a:r>
              <a:rPr b="1"/>
              <a:t>Artifacts</a:t>
            </a:r>
            <a:r>
              <a:rPr/>
              <a:t>: </a:t>
            </a:r>
            <a:r>
              <a:rPr>
                <a:latin typeface="Courier"/>
              </a:rPr>
              <a:t>artifact "Name"</a:t>
            </a:r>
            <a:r>
              <a:rPr/>
              <a:t>, </a:t>
            </a:r>
            <a:r>
              <a:rPr>
                <a:latin typeface="Courier"/>
              </a:rPr>
              <a:t>[Component]</a:t>
            </a:r>
          </a:p>
          <a:p>
            <a:pPr lvl="0"/>
            <a:r>
              <a:rPr b="1"/>
              <a:t>Cloud</a:t>
            </a:r>
            <a:r>
              <a:rPr/>
              <a:t>: </a:t>
            </a:r>
            <a:r>
              <a:rPr>
                <a:latin typeface="Courier"/>
              </a:rPr>
              <a:t>cloud "Name" { ... }</a:t>
            </a:r>
          </a:p>
          <a:p>
            <a:pPr lvl="0"/>
            <a:r>
              <a:rPr b="1"/>
              <a:t>Database</a:t>
            </a:r>
            <a:r>
              <a:rPr/>
              <a:t>: </a:t>
            </a:r>
            <a:r>
              <a:rPr>
                <a:latin typeface="Courier"/>
              </a:rPr>
              <a:t>database "Name" { ... }</a:t>
            </a:r>
          </a:p>
          <a:p>
            <a:pPr lvl="0"/>
            <a:r>
              <a:rPr b="1"/>
              <a:t>Connections</a:t>
            </a:r>
            <a:r>
              <a:rPr/>
              <a:t>: </a:t>
            </a:r>
            <a:r>
              <a:rPr>
                <a:latin typeface="Courier"/>
              </a:rPr>
              <a:t>--&gt;</a:t>
            </a:r>
            <a:r>
              <a:rPr/>
              <a:t>, </a:t>
            </a:r>
            <a:r>
              <a:rPr>
                <a:latin typeface="Courier"/>
              </a:rPr>
              <a:t>--</a:t>
            </a:r>
            <a:r>
              <a:rPr/>
              <a:t>, </a:t>
            </a:r>
            <a:r>
              <a:rPr>
                <a:latin typeface="Courier"/>
              </a:rPr>
              <a:t>..&gt;</a:t>
            </a:r>
            <a:r>
              <a:rPr/>
              <a:t> with optional labels</a:t>
            </a:r>
          </a:p>
          <a:p>
            <a:pPr lvl="0" indent="0">
              <a:buNone/>
            </a:pPr>
            <a:r>
              <a:rPr>
                <a:latin typeface="Courier"/>
              </a:rPr>
              <a:t>@startuml
actor User
cloud "AWS" {
  node "EC2 Instance" {
    [Web App]
  }
  database "RDS" {
    [PostgreSQL]
  }
}
User --&gt; [Web App] : HTTPS
[Web App] --&gt; [PostgreSQL] : SQL
@enduml</a:t>
            </a:r>
          </a:p>
        </p:txBody>
      </p:sp>
    </p:spTree>
  </p:cSld>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State diagram</a:t>
            </a:r>
          </a:p>
          <a:p>
            <a:pPr lvl="0"/>
            <a:r>
              <a:rPr/>
              <a:t>Models the different states of an object and transitions between them</a:t>
            </a:r>
          </a:p>
          <a:p>
            <a:pPr lvl="0"/>
            <a:r>
              <a:rPr/>
              <a:t>Shows how an object responds to events throughout its lifetime</a:t>
            </a:r>
          </a:p>
          <a:p>
            <a:pPr lvl="0"/>
            <a:r>
              <a:rPr/>
              <a:t>Use for: protocol modeling, UI navigation, object lifecycle tracking</a:t>
            </a:r>
          </a:p>
          <a:p>
            <a:pPr lvl="0" indent="0">
              <a:buNone/>
            </a:pPr>
            <a:r>
              <a:rPr>
                <a:latin typeface="Courier"/>
              </a:rPr>
              <a:t>@startuml
[*] --&gt; Idle
Idle --&gt; Processing : submit()
Processing --&gt; Approved : approve()
Processing --&gt; Rejected : reject()
Approved --&gt; Completed : finalize()
Rejected --&gt; Idle : resubmit()
Completed --&gt; [*]
@enduml</a:t>
            </a:r>
          </a:p>
          <a:p>
            <a:pPr lvl="0"/>
            <a:r>
              <a:rPr/>
              <a:t>https://plantuml.com/state-diagram</a:t>
            </a:r>
          </a:p>
        </p:txBody>
      </p:sp>
    </p:spTree>
  </p:cSld>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State diagram - Key Elements</a:t>
            </a:r>
          </a:p>
          <a:p>
            <a:pPr lvl="0"/>
            <a:r>
              <a:rPr b="1"/>
              <a:t>Initial/Final</a:t>
            </a:r>
            <a:r>
              <a:rPr/>
              <a:t>: </a:t>
            </a:r>
            <a:r>
              <a:rPr>
                <a:latin typeface="Courier"/>
              </a:rPr>
              <a:t>[*]</a:t>
            </a:r>
            <a:r>
              <a:rPr/>
              <a:t> for both start and end states</a:t>
            </a:r>
          </a:p>
          <a:p>
            <a:pPr lvl="0"/>
            <a:r>
              <a:rPr b="1"/>
              <a:t>States</a:t>
            </a:r>
            <a:r>
              <a:rPr/>
              <a:t>: </a:t>
            </a:r>
            <a:r>
              <a:rPr>
                <a:latin typeface="Courier"/>
              </a:rPr>
              <a:t>state "Name" as alias</a:t>
            </a:r>
          </a:p>
          <a:p>
            <a:pPr lvl="0"/>
            <a:r>
              <a:rPr b="1"/>
              <a:t>Transitions</a:t>
            </a:r>
            <a:r>
              <a:rPr/>
              <a:t>: </a:t>
            </a:r>
            <a:r>
              <a:rPr>
                <a:latin typeface="Courier"/>
              </a:rPr>
              <a:t>--&gt;</a:t>
            </a:r>
            <a:r>
              <a:rPr/>
              <a:t> with optional event labels</a:t>
            </a:r>
          </a:p>
          <a:p>
            <a:pPr lvl="0"/>
            <a:r>
              <a:rPr b="1"/>
              <a:t>Composite states</a:t>
            </a:r>
            <a:r>
              <a:rPr/>
              <a:t>: </a:t>
            </a:r>
            <a:r>
              <a:rPr>
                <a:latin typeface="Courier"/>
              </a:rPr>
              <a:t>state Name { ... }</a:t>
            </a:r>
          </a:p>
          <a:p>
            <a:pPr lvl="0"/>
            <a:r>
              <a:rPr b="1"/>
              <a:t>Concurrent regions</a:t>
            </a:r>
            <a:r>
              <a:rPr/>
              <a:t>: </a:t>
            </a:r>
            <a:r>
              <a:rPr>
                <a:latin typeface="Courier"/>
              </a:rPr>
              <a:t>--</a:t>
            </a:r>
            <a:r>
              <a:rPr/>
              <a:t> separator inside composite states</a:t>
            </a:r>
          </a:p>
          <a:p>
            <a:pPr lvl="0"/>
            <a:r>
              <a:rPr b="1"/>
              <a:t>Guards</a:t>
            </a:r>
            <a:r>
              <a:rPr/>
              <a:t>: </a:t>
            </a:r>
            <a:r>
              <a:rPr>
                <a:latin typeface="Courier"/>
              </a:rPr>
              <a:t>State1 --&gt; State2 : event [guard]</a:t>
            </a:r>
          </a:p>
          <a:p>
            <a:pPr lvl="0" indent="0">
              <a:buNone/>
            </a:pPr>
            <a:r>
              <a:rPr>
                <a:latin typeface="Courier"/>
              </a:rPr>
              <a:t>@startuml
state Active {
  [*] --&gt; Running
  Running --&gt; Paused : pause()
  Paused --&gt; Running : resume()
}
[*] --&gt; Active
Active --&gt; [*] : shutdown()
@enduml</a:t>
            </a:r>
          </a:p>
        </p:txBody>
      </p:sp>
    </p:spTree>
  </p:cSld>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Timing diagram</a:t>
            </a:r>
          </a:p>
          <a:p>
            <a:pPr lvl="0"/>
            <a:r>
              <a:rPr/>
              <a:t>Models state changes of objects over time along a time axis</a:t>
            </a:r>
          </a:p>
          <a:p>
            <a:pPr lvl="0"/>
            <a:r>
              <a:rPr/>
              <a:t>Shows when and how long an object stays in a particular state</a:t>
            </a:r>
          </a:p>
          <a:p>
            <a:pPr lvl="0"/>
            <a:r>
              <a:rPr/>
              <a:t>Use for: hardware signal timing, protocol analysis, real-time system behavior</a:t>
            </a:r>
          </a:p>
          <a:p>
            <a:pPr lvl="0" indent="0">
              <a:buNone/>
            </a:pPr>
            <a:r>
              <a:rPr>
                <a:latin typeface="Courier"/>
              </a:rPr>
              <a:t>@startuml
robust "Web Server" as WS
concise "User Session" as US
@0
WS is Idle
US is Disconnected
@100
WS is Processing
US is Connected
@300
WS is Responding
@500
WS is Idle
US is Disconnected
@enduml</a:t>
            </a:r>
          </a:p>
          <a:p>
            <a:pPr lvl="0"/>
            <a:r>
              <a:rPr/>
              <a:t>https://plantuml.com/timing-diagram</a:t>
            </a:r>
          </a:p>
        </p:txBody>
      </p:sp>
    </p:spTree>
  </p:cSld>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Timing diagram - Key Elements</a:t>
            </a:r>
          </a:p>
          <a:p>
            <a:pPr lvl="0"/>
            <a:r>
              <a:rPr b="1"/>
              <a:t>Participants</a:t>
            </a:r>
            <a:r>
              <a:rPr/>
              <a:t>: </a:t>
            </a:r>
            <a:r>
              <a:rPr>
                <a:latin typeface="Courier"/>
              </a:rPr>
              <a:t>robust "Name"</a:t>
            </a:r>
            <a:r>
              <a:rPr/>
              <a:t> (thick), </a:t>
            </a:r>
            <a:r>
              <a:rPr>
                <a:latin typeface="Courier"/>
              </a:rPr>
              <a:t>concise "Name"</a:t>
            </a:r>
            <a:r>
              <a:rPr/>
              <a:t> (thin), </a:t>
            </a:r>
            <a:r>
              <a:rPr>
                <a:latin typeface="Courier"/>
              </a:rPr>
              <a:t>clock "Name"</a:t>
            </a:r>
          </a:p>
          <a:p>
            <a:pPr lvl="0"/>
            <a:r>
              <a:rPr b="1"/>
              <a:t>Time</a:t>
            </a:r>
            <a:r>
              <a:rPr/>
              <a:t>: </a:t>
            </a:r>
            <a:r>
              <a:rPr>
                <a:latin typeface="Courier"/>
              </a:rPr>
              <a:t>@T</a:t>
            </a:r>
            <a:r>
              <a:rPr/>
              <a:t> sets absolute time, </a:t>
            </a:r>
            <a:r>
              <a:rPr>
                <a:latin typeface="Courier"/>
              </a:rPr>
              <a:t>@+T</a:t>
            </a:r>
            <a:r>
              <a:rPr/>
              <a:t> sets relative offset</a:t>
            </a:r>
          </a:p>
          <a:p>
            <a:pPr lvl="0"/>
            <a:r>
              <a:rPr b="1"/>
              <a:t>States</a:t>
            </a:r>
            <a:r>
              <a:rPr/>
              <a:t>: </a:t>
            </a:r>
            <a:r>
              <a:rPr>
                <a:latin typeface="Courier"/>
              </a:rPr>
              <a:t>ParticipantName is StateName</a:t>
            </a:r>
          </a:p>
          <a:p>
            <a:pPr lvl="0"/>
            <a:r>
              <a:rPr b="1"/>
              <a:t>Constraints</a:t>
            </a:r>
            <a:r>
              <a:rPr/>
              <a:t>: </a:t>
            </a:r>
            <a:r>
              <a:rPr>
                <a:latin typeface="Courier"/>
              </a:rPr>
              <a:t>{duration}</a:t>
            </a:r>
            <a:r>
              <a:rPr/>
              <a:t>, </a:t>
            </a:r>
            <a:r>
              <a:rPr>
                <a:latin typeface="Courier"/>
              </a:rPr>
              <a:t>{start}</a:t>
            </a:r>
            <a:r>
              <a:rPr/>
              <a:t>, </a:t>
            </a:r>
            <a:r>
              <a:rPr>
                <a:latin typeface="Courier"/>
              </a:rPr>
              <a:t>{end}</a:t>
            </a:r>
          </a:p>
          <a:p>
            <a:pPr lvl="0"/>
            <a:r>
              <a:rPr b="1"/>
              <a:t>Highlights</a:t>
            </a:r>
            <a:r>
              <a:rPr/>
              <a:t>: </a:t>
            </a:r>
            <a:r>
              <a:rPr>
                <a:latin typeface="Courier"/>
              </a:rPr>
              <a:t>highlight</a:t>
            </a:r>
            <a:r>
              <a:rPr/>
              <a:t> to mark time ranges</a:t>
            </a:r>
          </a:p>
          <a:p>
            <a:pPr lvl="0" indent="0">
              <a:buNone/>
            </a:pPr>
            <a:r>
              <a:rPr>
                <a:latin typeface="Courier"/>
              </a:rPr>
              <a:t>@startuml
clock "CPU Clock" as CLK with period 50
concise "Signal" as S
@0
S is Low
@50
S is High
@100
S is Low
@enduml</a:t>
            </a:r>
          </a:p>
        </p:txBody>
      </p:sp>
    </p:spTree>
  </p:cSld>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C4 Model Diagrams</a:t>
            </a:r>
          </a:p>
        </p:txBody>
      </p:sp>
    </p:spTree>
  </p:cSld>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C4 Model Diagrams</a:t>
            </a:r>
          </a:p>
        </p:txBody>
      </p:sp>
      <p:sp>
        <p:nvSpPr>
          <p:cNvPr id="3" name="Content Placeholder 2"/>
          <p:cNvSpPr>
            <a:spLocks noGrp="1"/>
          </p:cNvSpPr>
          <p:nvPr>
            <p:ph idx="1"/>
          </p:nvPr>
        </p:nvSpPr>
        <p:spPr/>
        <p:txBody>
          <a:bodyPr/>
          <a:lstStyle/>
          <a:p>
            <a:pPr lvl="0"/>
            <a:r>
              <a:rPr/>
              <a:t>Context Diagram</a:t>
            </a:r>
          </a:p>
          <a:p>
            <a:pPr lvl="0"/>
            <a:r>
              <a:rPr/>
              <a:t>Container Diagram</a:t>
            </a:r>
          </a:p>
          <a:p>
            <a:pPr lvl="0"/>
            <a:r>
              <a:rPr/>
              <a:t>Component Diagram</a:t>
            </a:r>
          </a:p>
          <a:p>
            <a:pPr lvl="0"/>
            <a:r>
              <a:rPr/>
              <a:t>Class Diagram</a:t>
            </a:r>
          </a:p>
          <a:p>
            <a:pPr lvl="0"/>
            <a:r>
              <a:rPr/>
              <a:t>https://crashedmind.github.io/PlantUMLHitchhikersGuide/C4/c4.html</a:t>
            </a:r>
          </a:p>
          <a:p>
            <a:pPr lvl="0"/>
            <a:r>
              <a:rPr/>
              <a:t>https://crashedmind.github.io/PlantUMLHitchhikersGuide/C4/C4Stdlib.html</a:t>
            </a:r>
          </a:p>
        </p:txBody>
      </p:sp>
    </p:spTree>
  </p:cSld>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C4 Model Diagrams</a:t>
            </a:r>
          </a:p>
        </p:txBody>
      </p:sp>
      <p:sp>
        <p:nvSpPr>
          <p:cNvPr id="3" name="Content Placeholder 2"/>
          <p:cNvSpPr>
            <a:spLocks noGrp="1"/>
          </p:cNvSpPr>
          <p:nvPr>
            <p:ph idx="1"/>
          </p:nvPr>
        </p:nvSpPr>
        <p:spPr/>
        <p:txBody>
          <a:bodyPr/>
          <a:lstStyle/>
          <a:p>
            <a:pPr lvl="0" indent="0" marL="0">
              <a:spcBef>
                <a:spcPts val="3000"/>
              </a:spcBef>
              <a:buNone/>
            </a:pPr>
            <a:r>
              <a:rPr b="1"/>
              <a:t>Context Diagram</a:t>
            </a:r>
          </a:p>
          <a:p>
            <a:pPr lvl="0"/>
            <a:r>
              <a:rPr/>
              <a:t>Highest level view showing the system, its users, and external dependencies</a:t>
            </a:r>
          </a:p>
          <a:p>
            <a:pPr lvl="0"/>
            <a:r>
              <a:rPr/>
              <a:t>Uses the </a:t>
            </a:r>
            <a:r>
              <a:rPr>
                <a:latin typeface="Courier"/>
              </a:rPr>
              <a:t>C4-PlantUML</a:t>
            </a:r>
            <a:r>
              <a:rPr/>
              <a:t> standard library</a:t>
            </a:r>
          </a:p>
          <a:p>
            <a:pPr lvl="0" indent="0">
              <a:buNone/>
            </a:pPr>
            <a:r>
              <a:rPr>
                <a:latin typeface="Courier"/>
              </a:rPr>
              <a:t>@startuml
!include https://raw.githubusercontent.com/plantuml-stdlib/C4-PlantUML/master/C4_Context.puml
Person(user, "Customer", "A user of the system")
System(system, "E-Commerce System", "Allows customers to buy products")
System_Ext(payment, "Payment Provider", "Handles payments")
System_Ext(email, "Email Service", "Sends emails")
Rel(user, system, "Browses and purchases")
Rel(system, payment, "Processes payments")
Rel(system, email, "Sends notifications")
@enduml</a:t>
            </a:r>
          </a:p>
        </p:txBody>
      </p:sp>
    </p:spTree>
  </p:cSld>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C4 Model Diagrams</a:t>
            </a:r>
          </a:p>
        </p:txBody>
      </p:sp>
      <p:sp>
        <p:nvSpPr>
          <p:cNvPr id="3" name="Content Placeholder 2"/>
          <p:cNvSpPr>
            <a:spLocks noGrp="1"/>
          </p:cNvSpPr>
          <p:nvPr>
            <p:ph idx="1"/>
          </p:nvPr>
        </p:nvSpPr>
        <p:spPr/>
        <p:txBody>
          <a:bodyPr/>
          <a:lstStyle/>
          <a:p>
            <a:pPr lvl="0" indent="0" marL="0">
              <a:spcBef>
                <a:spcPts val="3000"/>
              </a:spcBef>
              <a:buNone/>
            </a:pPr>
            <a:r>
              <a:rPr b="1"/>
              <a:t>Container Diagram</a:t>
            </a:r>
          </a:p>
          <a:p>
            <a:pPr lvl="0"/>
            <a:r>
              <a:rPr/>
              <a:t>Zooms into the system to show containers (apps, databases, services)</a:t>
            </a:r>
          </a:p>
          <a:p>
            <a:pPr lvl="0" indent="0">
              <a:buNone/>
            </a:pPr>
            <a:r>
              <a:rPr>
                <a:latin typeface="Courier"/>
              </a:rPr>
              <a:t>@startuml
!include https://raw.githubusercontent.com/plantuml-stdlib/C4-PlantUML/master/C4_Container.puml
Person(user, "Customer")
System_Boundary(sys, "E-Commerce System") {
  Container(web, "Web App", "React", "Frontend UI")
  Container(api, "API Server", "Spring Boot", "REST API")
  ContainerDb(db, "Database", "PostgreSQL", "Stores data")
}
Rel(user, web, "Uses", "HTTPS")
Rel(web, api, "Calls", "JSON/HTTPS")
Rel(api, db, "Reads/Writes", "JDBC")
@enduml</a:t>
            </a:r>
          </a:p>
        </p:txBody>
      </p:sp>
    </p:spTree>
  </p:cSld>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C4 Model Diagrams</a:t>
            </a:r>
          </a:p>
        </p:txBody>
      </p:sp>
      <p:sp>
        <p:nvSpPr>
          <p:cNvPr id="3" name="Content Placeholder 2"/>
          <p:cNvSpPr>
            <a:spLocks noGrp="1"/>
          </p:cNvSpPr>
          <p:nvPr>
            <p:ph idx="1"/>
          </p:nvPr>
        </p:nvSpPr>
        <p:spPr/>
        <p:txBody>
          <a:bodyPr/>
          <a:lstStyle/>
          <a:p>
            <a:pPr lvl="0" indent="0" marL="0">
              <a:spcBef>
                <a:spcPts val="3000"/>
              </a:spcBef>
              <a:buNone/>
            </a:pPr>
            <a:r>
              <a:rPr b="1"/>
              <a:t>Component Diagram</a:t>
            </a:r>
          </a:p>
          <a:p>
            <a:pPr lvl="0"/>
            <a:r>
              <a:rPr/>
              <a:t>Zooms into a container to show its internal components</a:t>
            </a:r>
          </a:p>
          <a:p>
            <a:pPr lvl="0" indent="0">
              <a:buNone/>
            </a:pPr>
            <a:r>
              <a:rPr>
                <a:latin typeface="Courier"/>
              </a:rPr>
              <a:t>@startuml
!include https://raw.githubusercontent.com/plantuml-stdlib/C4-PlantUML/master/C4_Component.puml
Container_Boundary(api, "API Server") {
  Component(ctrl, "OrderController", "REST Controller", "Handles HTTP requests")
  Component(svc, "OrderService", "Service", "Business logic")
  Component(repo, "OrderRepository", "Repository", "Data access")
}
ContainerDb(db, "Database", "PostgreSQL")
Rel(ctrl, svc, "Calls")
Rel(svc, repo, "Uses")
Rel(repo, db, "Reads/Writes")
@enduml</a:t>
            </a:r>
          </a:p>
        </p:txBody>
      </p:sp>
    </p:spTree>
  </p:cSld>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C4 Model Diagrams</a:t>
            </a:r>
          </a:p>
        </p:txBody>
      </p:sp>
      <p:sp>
        <p:nvSpPr>
          <p:cNvPr id="3" name="Content Placeholder 2"/>
          <p:cNvSpPr>
            <a:spLocks noGrp="1"/>
          </p:cNvSpPr>
          <p:nvPr>
            <p:ph idx="1"/>
          </p:nvPr>
        </p:nvSpPr>
        <p:spPr/>
        <p:txBody>
          <a:bodyPr/>
          <a:lstStyle/>
          <a:p>
            <a:pPr lvl="0" indent="0" marL="0">
              <a:spcBef>
                <a:spcPts val="3000"/>
              </a:spcBef>
              <a:buNone/>
            </a:pPr>
            <a:r>
              <a:rPr b="1"/>
              <a:t>Class Diagram</a:t>
            </a:r>
          </a:p>
          <a:p>
            <a:pPr lvl="0"/>
            <a:r>
              <a:rPr/>
              <a:t>The lowest C4 level showing detailed class structures inside components</a:t>
            </a:r>
          </a:p>
          <a:p>
            <a:pPr lvl="0"/>
            <a:r>
              <a:rPr/>
              <a:t>At this level, you typically use standard PlantUML class diagram syntax</a:t>
            </a:r>
          </a:p>
          <a:p>
            <a:pPr lvl="0" indent="0">
              <a:buNone/>
            </a:pPr>
            <a:r>
              <a:rPr>
                <a:latin typeface="Courier"/>
              </a:rPr>
              <a:t>@startuml
class OrderController {
  + createOrder(req) : Response
  + getOrder(id) : Response
}
class OrderService {
  + processOrder(order) : Order
  + validateOrder(order) : boolean
}
interface OrderRepository {
  + save(order) : Order
  + findById(id) : Order
}
OrderController --&gt; OrderService
OrderService --&gt; OrderRepository
@enduml</a:t>
            </a:r>
          </a:p>
        </p:txBody>
      </p:sp>
    </p:spTree>
  </p:cSld>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None-UML Diagrams</a:t>
            </a:r>
          </a:p>
        </p:txBody>
      </p:sp>
    </p:spTree>
  </p:cSld>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JSON data</a:t>
            </a:r>
          </a:p>
          <a:p>
            <a:pPr lvl="0"/>
            <a:r>
              <a:rPr/>
              <a:t>Visualizes JSON data structures as a tree diagram</a:t>
            </a:r>
          </a:p>
          <a:p>
            <a:pPr lvl="0"/>
            <a:r>
              <a:rPr/>
              <a:t>Use for: API response documentation, configuration visualization</a:t>
            </a:r>
          </a:p>
          <a:p>
            <a:pPr lvl="0" indent="0">
              <a:buNone/>
            </a:pPr>
            <a:r>
              <a:rPr>
                <a:latin typeface="Courier"/>
              </a:rPr>
              <a:t>@startjson
{
  "name": "John Smith",
  "age": 30,
  "address": {
    "street": "123 Main St",
    "city": "Anytown"
  },
  "courses": ["CS101", "CS202", "MATH301"]
}
@endjson</a:t>
            </a:r>
          </a:p>
          <a:p>
            <a:pPr lvl="0"/>
            <a:r>
              <a:rPr/>
              <a:t>Key: uses </a:t>
            </a:r>
            <a:r>
              <a:rPr>
                <a:latin typeface="Courier"/>
              </a:rPr>
              <a:t>@startjson</a:t>
            </a:r>
            <a:r>
              <a:rPr/>
              <a:t> / </a:t>
            </a:r>
            <a:r>
              <a:rPr>
                <a:latin typeface="Courier"/>
              </a:rPr>
              <a:t>@endjson</a:t>
            </a:r>
            <a:r>
              <a:rPr/>
              <a:t> instead of </a:t>
            </a:r>
            <a:r>
              <a:rPr>
                <a:latin typeface="Courier"/>
              </a:rPr>
              <a:t>@startuml</a:t>
            </a:r>
          </a:p>
          <a:p>
            <a:pPr lvl="0"/>
            <a:r>
              <a:rPr/>
              <a:t>https://plantuml.com/json</a:t>
            </a:r>
          </a:p>
        </p:txBody>
      </p:sp>
    </p:spTree>
  </p:cSld>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YAML data</a:t>
            </a:r>
          </a:p>
          <a:p>
            <a:pPr lvl="0"/>
            <a:r>
              <a:rPr/>
              <a:t>Visualizes YAML data structures as a tree diagram</a:t>
            </a:r>
          </a:p>
          <a:p>
            <a:pPr lvl="0"/>
            <a:r>
              <a:rPr/>
              <a:t>Use for: configuration file documentation, CI/CD pipeline visualization</a:t>
            </a:r>
          </a:p>
          <a:p>
            <a:pPr lvl="0" indent="0">
              <a:buNone/>
            </a:pPr>
            <a:r>
              <a:rPr>
                <a:latin typeface="Courier"/>
              </a:rPr>
              <a:t>@startyaml
server:
  host: localhost
  port: 8080
database:
  driver: postgresql
  name: myapp_db
  credentials:
    user: admin
    password: "****"
@endyaml</a:t>
            </a:r>
          </a:p>
          <a:p>
            <a:pPr lvl="0"/>
            <a:r>
              <a:rPr/>
              <a:t>Key: uses </a:t>
            </a:r>
            <a:r>
              <a:rPr>
                <a:latin typeface="Courier"/>
              </a:rPr>
              <a:t>@startyaml</a:t>
            </a:r>
            <a:r>
              <a:rPr/>
              <a:t> / </a:t>
            </a:r>
            <a:r>
              <a:rPr>
                <a:latin typeface="Courier"/>
              </a:rPr>
              <a:t>@endyaml</a:t>
            </a:r>
          </a:p>
          <a:p>
            <a:pPr lvl="0"/>
            <a:r>
              <a:rPr/>
              <a:t>https://plantuml.com/yaml</a:t>
            </a:r>
          </a:p>
        </p:txBody>
      </p:sp>
    </p:spTree>
  </p:cSld>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Network diagram (nwdiag)</a:t>
            </a:r>
          </a:p>
          <a:p>
            <a:pPr lvl="0"/>
            <a:r>
              <a:rPr/>
              <a:t>Models network topologies showing servers, devices, and connections</a:t>
            </a:r>
          </a:p>
          <a:p>
            <a:pPr lvl="0"/>
            <a:r>
              <a:rPr/>
              <a:t>Use for: network infrastructure documentation</a:t>
            </a:r>
          </a:p>
          <a:p>
            <a:pPr lvl="0" indent="0">
              <a:buNone/>
            </a:pPr>
            <a:r>
              <a:rPr>
                <a:latin typeface="Courier"/>
              </a:rPr>
              <a:t>@startuml
nwdiag {
  network Internet {
    web01 [address = "210.x.x.1"]
    web02 [address = "210.x.x.2"]
  }
  network DMZ {
    web01 [address = "172.x.x.1"]
    web02 [address = "172.x.x.2"]
    db01
  }
  network Internal {
    db01 [address = "192.168.x.1"]
    app01 [address = "192.168.x.2"]
  }
}
@enduml</a:t>
            </a:r>
          </a:p>
          <a:p>
            <a:pPr lvl="0"/>
            <a:r>
              <a:rPr/>
              <a:t>https://plantuml.com/nwdiag</a:t>
            </a:r>
          </a:p>
        </p:txBody>
      </p:sp>
    </p:spTree>
  </p:cSld>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Wireframe graphical interface or UI mockups (salt)</a:t>
            </a:r>
          </a:p>
          <a:p>
            <a:pPr lvl="0"/>
            <a:r>
              <a:rPr/>
              <a:t>Creates simple wireframe mockups of user interfaces</a:t>
            </a:r>
          </a:p>
          <a:p>
            <a:pPr lvl="0"/>
            <a:r>
              <a:rPr/>
              <a:t>Use for: quick UI prototyping and design discussions</a:t>
            </a:r>
          </a:p>
          <a:p>
            <a:pPr lvl="0" indent="0">
              <a:buNone/>
            </a:pPr>
            <a:r>
              <a:rPr>
                <a:latin typeface="Courier"/>
              </a:rPr>
              <a:t>@startsalt
{+
  Login Form
  ==
  {
    "Username:" | "          "
    "Password:" | "          "
  }
  [  Cancel  ] | [  Login   ]
}
@endsalt</a:t>
            </a:r>
          </a:p>
          <a:p>
            <a:pPr lvl="0"/>
            <a:r>
              <a:rPr/>
              <a:t>Key: uses </a:t>
            </a:r>
            <a:r>
              <a:rPr>
                <a:latin typeface="Courier"/>
              </a:rPr>
              <a:t>@startsalt</a:t>
            </a:r>
            <a:r>
              <a:rPr/>
              <a:t> / </a:t>
            </a:r>
            <a:r>
              <a:rPr>
                <a:latin typeface="Courier"/>
              </a:rPr>
              <a:t>@endsalt</a:t>
            </a:r>
          </a:p>
          <a:p>
            <a:pPr lvl="0"/>
            <a:r>
              <a:rPr/>
              <a:t>Elements: </a:t>
            </a:r>
            <a:r>
              <a:rPr>
                <a:latin typeface="Courier"/>
              </a:rPr>
              <a:t>[Button]</a:t>
            </a:r>
            <a:r>
              <a:rPr/>
              <a:t>, </a:t>
            </a:r>
            <a:r>
              <a:rPr>
                <a:latin typeface="Courier"/>
              </a:rPr>
              <a:t>{Tree}</a:t>
            </a:r>
            <a:r>
              <a:rPr/>
              <a:t>, </a:t>
            </a:r>
            <a:r>
              <a:rPr>
                <a:latin typeface="Courier"/>
              </a:rPr>
              <a:t>{Table}</a:t>
            </a:r>
            <a:r>
              <a:rPr/>
              <a:t>, radio buttons, checkboxes</a:t>
            </a:r>
          </a:p>
          <a:p>
            <a:pPr lvl="0"/>
            <a:r>
              <a:rPr/>
              <a:t>https://plantuml.com/salt</a:t>
            </a:r>
          </a:p>
        </p:txBody>
      </p:sp>
    </p:spTree>
  </p:cSld>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Archimate diagram</a:t>
            </a:r>
          </a:p>
          <a:p>
            <a:pPr lvl="0"/>
            <a:r>
              <a:rPr/>
              <a:t>Models enterprise architecture using the ArchiMate standard</a:t>
            </a:r>
          </a:p>
          <a:p>
            <a:pPr lvl="0"/>
            <a:r>
              <a:rPr/>
              <a:t>Use for: enterprise architecture, IT landscape documentation</a:t>
            </a:r>
          </a:p>
          <a:p>
            <a:pPr lvl="0" indent="0">
              <a:buNone/>
            </a:pPr>
            <a:r>
              <a:rPr>
                <a:latin typeface="Courier"/>
              </a:rPr>
              <a:t>@startuml
!include &lt;archimate/Archimate&gt;
archimate #Technology "Server" as server &lt;&lt;technology-device&gt;&gt;
archimate #Application "Web App" as webapp &lt;&lt;application-component&gt;&gt;
archimate #Business "Customer Service" as cs &lt;&lt;business-process&gt;&gt;
cs -down-&gt; webapp : uses
webapp -down-&gt; server : deployed on
@enduml</a:t>
            </a:r>
          </a:p>
          <a:p>
            <a:pPr lvl="0"/>
            <a:r>
              <a:rPr/>
              <a:t>https://plantuml.com/archimate-diagram</a:t>
            </a:r>
          </a:p>
        </p:txBody>
      </p:sp>
    </p:spTree>
  </p:cSld>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Specification and Description Language (SDL)</a:t>
            </a:r>
          </a:p>
          <a:p>
            <a:pPr lvl="0"/>
            <a:r>
              <a:rPr/>
              <a:t>Creates SDL process diagrams using activity diagram beta syntax</a:t>
            </a:r>
          </a:p>
          <a:p>
            <a:pPr lvl="0"/>
            <a:r>
              <a:rPr/>
              <a:t>Use for: telecom protocol specifications, real-time system behavior</a:t>
            </a:r>
          </a:p>
          <a:p>
            <a:pPr lvl="0" indent="0">
              <a:buNone/>
            </a:pPr>
            <a:r>
              <a:rPr>
                <a:latin typeface="Courier"/>
              </a:rPr>
              <a:t>@startuml
:Ready;
if (Message received?) then (yes)
  :&gt;Received Signal|
  :Parse Message;
  :Send Acknowledgment&gt;
else (no)
  :Wait;
endif
@enduml</a:t>
            </a:r>
          </a:p>
          <a:p>
            <a:pPr lvl="0"/>
            <a:r>
              <a:rPr/>
              <a:t>SDL shapes are created with special characters: </a:t>
            </a:r>
            <a:r>
              <a:rPr>
                <a:latin typeface="Courier"/>
              </a:rPr>
              <a:t>|</a:t>
            </a:r>
            <a:r>
              <a:rPr/>
              <a:t>, </a:t>
            </a:r>
            <a:r>
              <a:rPr>
                <a:latin typeface="Courier"/>
              </a:rPr>
              <a:t>&lt;</a:t>
            </a:r>
            <a:r>
              <a:rPr/>
              <a:t>, </a:t>
            </a:r>
            <a:r>
              <a:rPr>
                <a:latin typeface="Courier"/>
              </a:rPr>
              <a:t>&gt;</a:t>
            </a:r>
            <a:r>
              <a:rPr/>
              <a:t>, </a:t>
            </a:r>
            <a:r>
              <a:rPr>
                <a:latin typeface="Courier"/>
              </a:rPr>
              <a:t>/</a:t>
            </a:r>
            <a:r>
              <a:rPr/>
              <a:t>, </a:t>
            </a:r>
            <a:r>
              <a:rPr>
                <a:latin typeface="Courier"/>
              </a:rPr>
              <a:t>\</a:t>
            </a:r>
          </a:p>
          <a:p>
            <a:pPr lvl="0"/>
            <a:r>
              <a:rPr/>
              <a:t>https://plantuml.com/activity-diagram-beta#sdl</a:t>
            </a:r>
          </a:p>
        </p:txBody>
      </p:sp>
    </p:spTree>
  </p:cSld>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Ditaa diagram</a:t>
            </a:r>
          </a:p>
          <a:p>
            <a:pPr lvl="0"/>
            <a:r>
              <a:rPr/>
              <a:t>Converts ASCII art drawings into proper bitmap graphics</a:t>
            </a:r>
          </a:p>
          <a:p>
            <a:pPr lvl="0"/>
            <a:r>
              <a:rPr/>
              <a:t>Use for: informal diagrams, quick sketches, architecture overviews</a:t>
            </a:r>
          </a:p>
          <a:p>
            <a:pPr lvl="0" indent="0">
              <a:buNone/>
            </a:pPr>
            <a:r>
              <a:rPr>
                <a:latin typeface="Courier"/>
              </a:rPr>
              <a:t>@startditaa
+--------+   +--------+   +--------+
| Client |--&gt;| Server |--&gt;|Database|
|  {io}  |   |  {s}   |   | {s}    |
+--------+   +--------+   +--------+
@endditaa</a:t>
            </a:r>
          </a:p>
          <a:p>
            <a:pPr lvl="0"/>
            <a:r>
              <a:rPr/>
              <a:t>Key: uses </a:t>
            </a:r>
            <a:r>
              <a:rPr>
                <a:latin typeface="Courier"/>
              </a:rPr>
              <a:t>@startditaa</a:t>
            </a:r>
            <a:r>
              <a:rPr/>
              <a:t> / </a:t>
            </a:r>
            <a:r>
              <a:rPr>
                <a:latin typeface="Courier"/>
              </a:rPr>
              <a:t>@endditaa</a:t>
            </a:r>
          </a:p>
          <a:p>
            <a:pPr lvl="0"/>
            <a:r>
              <a:rPr/>
              <a:t>Shapes: </a:t>
            </a:r>
            <a:r>
              <a:rPr>
                <a:latin typeface="Courier"/>
              </a:rPr>
              <a:t>{s}</a:t>
            </a:r>
            <a:r>
              <a:rPr/>
              <a:t> storage, </a:t>
            </a:r>
            <a:r>
              <a:rPr>
                <a:latin typeface="Courier"/>
              </a:rPr>
              <a:t>{io}</a:t>
            </a:r>
            <a:r>
              <a:rPr/>
              <a:t> I/O, </a:t>
            </a:r>
            <a:r>
              <a:rPr>
                <a:latin typeface="Courier"/>
              </a:rPr>
              <a:t>{d}</a:t>
            </a:r>
            <a:r>
              <a:rPr/>
              <a:t> document, </a:t>
            </a:r>
            <a:r>
              <a:rPr>
                <a:latin typeface="Courier"/>
              </a:rPr>
              <a:t>{o}</a:t>
            </a:r>
            <a:r>
              <a:rPr/>
              <a:t> rounded corners</a:t>
            </a:r>
          </a:p>
          <a:p>
            <a:pPr lvl="0"/>
            <a:r>
              <a:rPr/>
              <a:t>https://plantuml.com/ditaa</a:t>
            </a:r>
          </a:p>
        </p:txBody>
      </p:sp>
    </p:spTree>
  </p:cSld>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Gantt diagram</a:t>
            </a:r>
          </a:p>
          <a:p>
            <a:pPr lvl="0"/>
            <a:r>
              <a:rPr/>
              <a:t>Creates project timeline and scheduling charts</a:t>
            </a:r>
          </a:p>
          <a:p>
            <a:pPr lvl="0"/>
            <a:r>
              <a:rPr/>
              <a:t>Use for: project planning, sprint scheduling, milestone tracking</a:t>
            </a:r>
          </a:p>
          <a:p>
            <a:pPr lvl="0" indent="0">
              <a:buNone/>
            </a:pPr>
            <a:r>
              <a:rPr>
                <a:latin typeface="Courier"/>
              </a:rPr>
              <a:t>@startgantt
Project starts 2025-03-01
[Requirements] lasts 10 days
[Design] lasts 15 days
[Design] starts at [Requirements]'s end
[Implementation] lasts 20 days
[Implementation] starts at [Design]'s end
[Testing] lasts 10 days
[Testing] starts at [Implementation]'s end
@endgantt</a:t>
            </a:r>
          </a:p>
          <a:p>
            <a:pPr lvl="0"/>
            <a:r>
              <a:rPr/>
              <a:t>Key: uses </a:t>
            </a:r>
            <a:r>
              <a:rPr>
                <a:latin typeface="Courier"/>
              </a:rPr>
              <a:t>@startgantt</a:t>
            </a:r>
            <a:r>
              <a:rPr/>
              <a:t> / </a:t>
            </a:r>
            <a:r>
              <a:rPr>
                <a:latin typeface="Courier"/>
              </a:rPr>
              <a:t>@endgantt</a:t>
            </a:r>
          </a:p>
          <a:p>
            <a:pPr lvl="0"/>
            <a:r>
              <a:rPr/>
              <a:t>https://plantuml.com/gantt-diagram</a:t>
            </a:r>
          </a:p>
        </p:txBody>
      </p:sp>
    </p:spTree>
  </p:cSld>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MindMap diagram</a:t>
            </a:r>
          </a:p>
          <a:p>
            <a:pPr lvl="0"/>
            <a:r>
              <a:rPr/>
              <a:t>Creates hierarchical mind maps for brainstorming and idea organization</a:t>
            </a:r>
          </a:p>
          <a:p>
            <a:pPr lvl="0"/>
            <a:r>
              <a:rPr/>
              <a:t>Use for: feature planning, topic exploration, knowledge mapping</a:t>
            </a:r>
          </a:p>
          <a:p>
            <a:pPr lvl="0" indent="0">
              <a:buNone/>
            </a:pPr>
            <a:r>
              <a:rPr>
                <a:latin typeface="Courier"/>
              </a:rPr>
              <a:t>@startmindmap
* OOP Concepts
** Encapsulation
*** Data hiding
*** Access modifiers
** Inheritance
*** Single
*** Multiple
** Polymorphism
*** Overloading
*** Overriding
** Abstraction
*** Abstract classes
*** Interfaces
@endmindmap</a:t>
            </a:r>
          </a:p>
          <a:p>
            <a:pPr lvl="0"/>
            <a:r>
              <a:rPr/>
              <a:t>Key: uses </a:t>
            </a:r>
            <a:r>
              <a:rPr>
                <a:latin typeface="Courier"/>
              </a:rPr>
              <a:t>@startmindmap</a:t>
            </a:r>
            <a:r>
              <a:rPr/>
              <a:t> / </a:t>
            </a:r>
            <a:r>
              <a:rPr>
                <a:latin typeface="Courier"/>
              </a:rPr>
              <a:t>@endmindmap</a:t>
            </a:r>
            <a:r>
              <a:rPr/>
              <a:t>, </a:t>
            </a:r>
            <a:r>
              <a:rPr>
                <a:latin typeface="Courier"/>
              </a:rPr>
              <a:t>*</a:t>
            </a:r>
            <a:r>
              <a:rPr/>
              <a:t> for depth level</a:t>
            </a:r>
          </a:p>
          <a:p>
            <a:pPr lvl="0"/>
            <a:r>
              <a:rPr/>
              <a:t>https://plantuml.com/mindmap-diagram</a:t>
            </a:r>
          </a:p>
        </p:txBody>
      </p:sp>
    </p:spTree>
  </p:cSld>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Work Breakdown Structure diagram (WBS)</a:t>
            </a:r>
          </a:p>
          <a:p>
            <a:pPr lvl="0"/>
            <a:r>
              <a:rPr/>
              <a:t>Creates hierarchical decomposition of project work</a:t>
            </a:r>
          </a:p>
          <a:p>
            <a:pPr lvl="0"/>
            <a:r>
              <a:rPr/>
              <a:t>Use for: project scope definition, task breakdown</a:t>
            </a:r>
          </a:p>
          <a:p>
            <a:pPr lvl="0" indent="0">
              <a:buNone/>
            </a:pPr>
            <a:r>
              <a:rPr>
                <a:latin typeface="Courier"/>
              </a:rPr>
              <a:t>@startwbs
* Software Project
** Planning
*** Requirements Analysis
*** Feasibility Study
** Development
*** Frontend
*** Backend
*** Database
** Testing
*** Unit Testing
*** Integration Testing
** Deployment
*** Staging
*** Production
@endwbs</a:t>
            </a:r>
          </a:p>
          <a:p>
            <a:pPr lvl="0"/>
            <a:r>
              <a:rPr/>
              <a:t>Key: uses </a:t>
            </a:r>
            <a:r>
              <a:rPr>
                <a:latin typeface="Courier"/>
              </a:rPr>
              <a:t>@startwbs</a:t>
            </a:r>
            <a:r>
              <a:rPr/>
              <a:t> / </a:t>
            </a:r>
            <a:r>
              <a:rPr>
                <a:latin typeface="Courier"/>
              </a:rPr>
              <a:t>@endwbs</a:t>
            </a:r>
            <a:r>
              <a:rPr/>
              <a:t>, </a:t>
            </a:r>
            <a:r>
              <a:rPr>
                <a:latin typeface="Courier"/>
              </a:rPr>
              <a:t>*</a:t>
            </a:r>
            <a:r>
              <a:rPr/>
              <a:t> for hierarchy levels</a:t>
            </a:r>
          </a:p>
          <a:p>
            <a:pPr lvl="0"/>
            <a:r>
              <a:rPr/>
              <a:t>https://plantuml.com/wbs-diagram</a:t>
            </a:r>
          </a:p>
        </p:txBody>
      </p:sp>
    </p:spTree>
  </p:cSld>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Mathematic with AsciiMath or JLaTeXMath notation</a:t>
            </a:r>
          </a:p>
          <a:p>
            <a:pPr lvl="0"/>
            <a:r>
              <a:rPr/>
              <a:t>Renders mathematical formulas inside PlantUML diagrams</a:t>
            </a:r>
          </a:p>
          <a:p>
            <a:pPr lvl="0"/>
            <a:r>
              <a:rPr/>
              <a:t>Use for: algorithm documentation, mathematical specifications</a:t>
            </a:r>
          </a:p>
          <a:p>
            <a:pPr lvl="0" indent="0">
              <a:buNone/>
            </a:pPr>
            <a:r>
              <a:rPr>
                <a:latin typeface="Courier"/>
              </a:rPr>
              <a:t>@startuml
:&lt;math&gt;f(x) = x^2 + 2x + 1&lt;/math&gt;;
note right
  Quadratic function
  &lt;math&gt;Delta = b^2 - 4ac&lt;/math&gt;
end note
:&lt;math&gt;sum_(i=1)^n i = (n(n+1))/2&lt;/math&gt;;
@enduml</a:t>
            </a:r>
          </a:p>
          <a:p>
            <a:pPr lvl="0"/>
            <a:r>
              <a:rPr/>
              <a:t>Key: use </a:t>
            </a:r>
            <a:r>
              <a:rPr>
                <a:latin typeface="Courier"/>
              </a:rPr>
              <a:t>&lt;math&gt;</a:t>
            </a:r>
            <a:r>
              <a:rPr/>
              <a:t> tags with AsciiMath notation inside diagrams</a:t>
            </a:r>
          </a:p>
          <a:p>
            <a:pPr lvl="0"/>
            <a:r>
              <a:rPr/>
              <a:t>Standalone math: </a:t>
            </a:r>
            <a:r>
              <a:rPr>
                <a:latin typeface="Courier"/>
              </a:rPr>
              <a:t>&lt;latex&gt;</a:t>
            </a:r>
            <a:r>
              <a:rPr/>
              <a:t> for JLaTeXMath notation</a:t>
            </a:r>
          </a:p>
          <a:p>
            <a:pPr lvl="0"/>
            <a:r>
              <a:rPr/>
              <a:t>https://plantuml.com/ascii-math</a:t>
            </a:r>
          </a:p>
        </p:txBody>
      </p:sp>
    </p:spTree>
  </p:cSld>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Entity Relationship diagram (IE/ER)</a:t>
            </a:r>
          </a:p>
          <a:p>
            <a:pPr lvl="0"/>
            <a:r>
              <a:rPr/>
              <a:t>Models database entities and their relationships using IE notation</a:t>
            </a:r>
          </a:p>
          <a:p>
            <a:pPr lvl="0"/>
            <a:r>
              <a:rPr/>
              <a:t>Use for: database design, data modeling</a:t>
            </a:r>
          </a:p>
          <a:p>
            <a:pPr lvl="0" indent="0">
              <a:buNone/>
            </a:pPr>
            <a:r>
              <a:rPr>
                <a:latin typeface="Courier"/>
              </a:rPr>
              <a:t>@startuml
entity "Student" as student {
  *student_id : int &lt;&lt;PK&gt;&gt;
  --
  *name : varchar
  email : varchar
  gpa : float
}
entity "Course" as course {
  *course_id : int &lt;&lt;PK&gt;&gt;
  --
  *title : varchar
  credits : int
}
entity "Enrollment" as enroll {
  *enrollment_id : int &lt;&lt;PK&gt;&gt;
  --
  *student_id : int &lt;&lt;FK&gt;&gt;
  *course_id : int &lt;&lt;FK&gt;&gt;
  grade : char
}
student ||--o{ enroll
course ||--o{ enroll
@enduml</a:t>
            </a:r>
          </a:p>
          <a:p>
            <a:pPr lvl="0"/>
            <a:r>
              <a:rPr/>
              <a:t>https://plantuml.com/ie-diagram</a:t>
            </a:r>
          </a:p>
        </p:txBody>
      </p:sp>
    </p:spTree>
  </p:cSld>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Preprocessing</a:t>
            </a:r>
          </a:p>
        </p:txBody>
      </p:sp>
    </p:spTree>
  </p:cSld>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Preprocessing</a:t>
            </a:r>
          </a:p>
        </p:txBody>
      </p:sp>
      <p:sp>
        <p:nvSpPr>
          <p:cNvPr id="3" name="Content Placeholder 2"/>
          <p:cNvSpPr>
            <a:spLocks noGrp="1"/>
          </p:cNvSpPr>
          <p:nvPr>
            <p:ph idx="1"/>
          </p:nvPr>
        </p:nvSpPr>
        <p:spPr/>
        <p:txBody>
          <a:bodyPr/>
          <a:lstStyle/>
          <a:p>
            <a:pPr lvl="0"/>
            <a:r>
              <a:rPr/>
              <a:t>PlantUML includes a preprocessor for reusable and parameterized diagrams</a:t>
            </a:r>
          </a:p>
          <a:p>
            <a:pPr lvl="0"/>
            <a:r>
              <a:rPr/>
              <a:t>Supports variables, conditionals, includes, and procedures</a:t>
            </a:r>
          </a:p>
          <a:p>
            <a:pPr lvl="0" indent="0">
              <a:buNone/>
            </a:pPr>
            <a:r>
              <a:rPr>
                <a:latin typeface="Courier"/>
              </a:rPr>
              <a:t>@startuml
!define ENTITY_COLOR #LightBlue
!procedure $entity($name, $fields)
  class $name ENTITY_COLOR {
    $fields
  }
!endprocedure
$entity("User", "id : int\nname : String\nemail : String")
$entity("Order", "id : int\ntotal : double\ndate : Date")
User --&gt; Order : places
@enduml</a:t>
            </a:r>
          </a:p>
          <a:p>
            <a:pPr lvl="0"/>
            <a:r>
              <a:rPr/>
              <a:t>https://plantuml.com/preprocessing</a:t>
            </a:r>
          </a:p>
        </p:txBody>
      </p:sp>
    </p:spTree>
  </p:cSld>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Preprocessing - Key Features</a:t>
            </a:r>
          </a:p>
        </p:txBody>
      </p:sp>
      <p:sp>
        <p:nvSpPr>
          <p:cNvPr id="3" name="Content Placeholder 2"/>
          <p:cNvSpPr>
            <a:spLocks noGrp="1"/>
          </p:cNvSpPr>
          <p:nvPr>
            <p:ph idx="1"/>
          </p:nvPr>
        </p:nvSpPr>
        <p:spPr/>
        <p:txBody>
          <a:bodyPr/>
          <a:lstStyle/>
          <a:p>
            <a:pPr lvl="0"/>
            <a:r>
              <a:rPr b="1"/>
              <a:t>Variables</a:t>
            </a:r>
            <a:r>
              <a:rPr/>
              <a:t>: </a:t>
            </a:r>
            <a:r>
              <a:rPr>
                <a:latin typeface="Courier"/>
              </a:rPr>
              <a:t>!define NAME value</a:t>
            </a:r>
            <a:r>
              <a:rPr/>
              <a:t>, </a:t>
            </a:r>
            <a:r>
              <a:rPr>
                <a:latin typeface="Courier"/>
              </a:rPr>
              <a:t>!$var = "value"</a:t>
            </a:r>
          </a:p>
          <a:p>
            <a:pPr lvl="0"/>
            <a:r>
              <a:rPr b="1"/>
              <a:t>Conditions</a:t>
            </a:r>
            <a:r>
              <a:rPr/>
              <a:t>: </a:t>
            </a:r>
            <a:r>
              <a:rPr>
                <a:latin typeface="Courier"/>
              </a:rPr>
              <a:t>!if</a:t>
            </a:r>
            <a:r>
              <a:rPr/>
              <a:t>, </a:t>
            </a:r>
            <a:r>
              <a:rPr>
                <a:latin typeface="Courier"/>
              </a:rPr>
              <a:t>!else</a:t>
            </a:r>
            <a:r>
              <a:rPr/>
              <a:t>, </a:t>
            </a:r>
            <a:r>
              <a:rPr>
                <a:latin typeface="Courier"/>
              </a:rPr>
              <a:t>!endif</a:t>
            </a:r>
          </a:p>
          <a:p>
            <a:pPr lvl="0"/>
            <a:r>
              <a:rPr b="1"/>
              <a:t>Includes</a:t>
            </a:r>
            <a:r>
              <a:rPr/>
              <a:t>: </a:t>
            </a:r>
            <a:r>
              <a:rPr>
                <a:latin typeface="Courier"/>
              </a:rPr>
              <a:t>!include filename.puml</a:t>
            </a:r>
            <a:r>
              <a:rPr/>
              <a:t>, </a:t>
            </a:r>
            <a:r>
              <a:rPr>
                <a:latin typeface="Courier"/>
              </a:rPr>
              <a:t>!include &lt;stdlib&gt;</a:t>
            </a:r>
          </a:p>
          <a:p>
            <a:pPr lvl="0"/>
            <a:r>
              <a:rPr b="1"/>
              <a:t>Procedures</a:t>
            </a:r>
            <a:r>
              <a:rPr/>
              <a:t>: </a:t>
            </a:r>
            <a:r>
              <a:rPr>
                <a:latin typeface="Courier"/>
              </a:rPr>
              <a:t>!procedure $name($param)</a:t>
            </a:r>
            <a:r>
              <a:rPr/>
              <a:t> … </a:t>
            </a:r>
            <a:r>
              <a:rPr>
                <a:latin typeface="Courier"/>
              </a:rPr>
              <a:t>!endprocedure</a:t>
            </a:r>
          </a:p>
          <a:p>
            <a:pPr lvl="0"/>
            <a:r>
              <a:rPr b="1"/>
              <a:t>Functions</a:t>
            </a:r>
            <a:r>
              <a:rPr/>
              <a:t>: </a:t>
            </a:r>
            <a:r>
              <a:rPr>
                <a:latin typeface="Courier"/>
              </a:rPr>
              <a:t>!function $name($param)</a:t>
            </a:r>
            <a:r>
              <a:rPr/>
              <a:t> … </a:t>
            </a:r>
            <a:r>
              <a:rPr>
                <a:latin typeface="Courier"/>
              </a:rPr>
              <a:t>!endfunction</a:t>
            </a:r>
          </a:p>
          <a:p>
            <a:pPr lvl="0"/>
            <a:r>
              <a:rPr b="1"/>
              <a:t>Loops</a:t>
            </a:r>
            <a:r>
              <a:rPr/>
              <a:t>: </a:t>
            </a:r>
            <a:r>
              <a:rPr>
                <a:latin typeface="Courier"/>
              </a:rPr>
              <a:t>!foreach $item in ("A", "B", "C")</a:t>
            </a:r>
          </a:p>
          <a:p>
            <a:pPr lvl="0" indent="0" marL="0">
              <a:buNone/>
            </a:pPr>
            <a:r>
              <a:rPr/>
              <a:t>These features help create reusable diagram templates and reduce duplication.</a:t>
            </a:r>
          </a:p>
          <a:p>
            <a:pPr lvl="0"/>
            <a:r>
              <a:rPr/>
              <a:t>https://plantuml.com/preprocessing</a:t>
            </a:r>
          </a:p>
        </p:txBody>
      </p:sp>
    </p:spTree>
  </p:cSld>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Icon Diagrams Support (PlantUML Stdlib)</a:t>
            </a:r>
          </a:p>
        </p:txBody>
      </p:sp>
    </p:spTree>
  </p:cSld>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Icon Diagrams Support (PlantUML Stdlib)</a:t>
            </a:r>
          </a:p>
        </p:txBody>
      </p:sp>
      <p:sp>
        <p:nvSpPr>
          <p:cNvPr id="3" name="Content Placeholder 2"/>
          <p:cNvSpPr>
            <a:spLocks noGrp="1"/>
          </p:cNvSpPr>
          <p:nvPr>
            <p:ph idx="1"/>
          </p:nvPr>
        </p:nvSpPr>
        <p:spPr/>
        <p:txBody>
          <a:bodyPr/>
          <a:lstStyle/>
          <a:p>
            <a:pPr lvl="0"/>
            <a:r>
              <a:rPr/>
              <a:t>PlantUML Standard Library provides built-in icon sets for richer diagrams</a:t>
            </a:r>
          </a:p>
          <a:p>
            <a:pPr lvl="0"/>
            <a:r>
              <a:rPr/>
              <a:t>Includes: AWS, Azure, Kubernetes, Material Design, Office, and more</a:t>
            </a:r>
          </a:p>
          <a:p>
            <a:pPr lvl="0" indent="0">
              <a:buNone/>
            </a:pPr>
            <a:r>
              <a:rPr>
                <a:latin typeface="Courier"/>
              </a:rPr>
              <a:t>@startuml
!include &lt;awslib/AWSCommon&gt;
!include &lt;awslib/Compute/EC2&gt;
!include &lt;awslib/Storage/SimpleStorageService&gt;
!include &lt;awslib/Database/RDS&gt;
EC2(server, "Web Server", "t2.micro")
SimpleStorageService(s3, "S3 Bucket", "Static Assets")
RDS(db, "Database", "PostgreSQL")
server --&gt; s3 : reads
server --&gt; db : queries
@enduml</a:t>
            </a:r>
          </a:p>
          <a:p>
            <a:pPr lvl="0"/>
            <a:r>
              <a:rPr/>
              <a:t>https://plantuml.com/stdlib</a:t>
            </a:r>
          </a:p>
          <a:p>
            <a:pPr lvl="0"/>
            <a:r>
              <a:rPr/>
              <a:t>https://crashedmind.github.io/PlantUMLHitchhikersGuide/NetworkUsersMachines/NetworkUsersMachines.html</a:t>
            </a:r>
          </a:p>
        </p:txBody>
      </p:sp>
    </p:spTree>
  </p:cSld>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Icon Diagrams Support - Available Libraries</a:t>
            </a:r>
          </a:p>
        </p:txBody>
      </p:sp>
      <p:sp>
        <p:nvSpPr>
          <p:cNvPr id="3" name="Content Placeholder 2"/>
          <p:cNvSpPr>
            <a:spLocks noGrp="1"/>
          </p:cNvSpPr>
          <p:nvPr>
            <p:ph idx="1"/>
          </p:nvPr>
        </p:nvSpPr>
        <p:spPr/>
        <p:txBody>
          <a:bodyPr/>
          <a:lstStyle/>
          <a:p>
            <a:pPr lvl="0"/>
            <a:r>
              <a:rPr b="1"/>
              <a:t>AWS</a:t>
            </a:r>
            <a:r>
              <a:rPr/>
              <a:t>: </a:t>
            </a:r>
            <a:r>
              <a:rPr>
                <a:latin typeface="Courier"/>
              </a:rPr>
              <a:t>!include &lt;awslib/...&gt;</a:t>
            </a:r>
            <a:r>
              <a:rPr/>
              <a:t> - Amazon Web Services icons</a:t>
            </a:r>
          </a:p>
          <a:p>
            <a:pPr lvl="0"/>
            <a:r>
              <a:rPr b="1"/>
              <a:t>Azure</a:t>
            </a:r>
            <a:r>
              <a:rPr/>
              <a:t>: </a:t>
            </a:r>
            <a:r>
              <a:rPr>
                <a:latin typeface="Courier"/>
              </a:rPr>
              <a:t>!include &lt;azure/...&gt;</a:t>
            </a:r>
            <a:r>
              <a:rPr/>
              <a:t> - Microsoft Azure icons</a:t>
            </a:r>
          </a:p>
          <a:p>
            <a:pPr lvl="0"/>
            <a:r>
              <a:rPr b="1"/>
              <a:t>C4-PlantUML</a:t>
            </a:r>
            <a:r>
              <a:rPr/>
              <a:t>: </a:t>
            </a:r>
            <a:r>
              <a:rPr>
                <a:latin typeface="Courier"/>
              </a:rPr>
              <a:t>!include &lt;C4/...&gt;</a:t>
            </a:r>
            <a:r>
              <a:rPr/>
              <a:t> - C4 model support</a:t>
            </a:r>
          </a:p>
          <a:p>
            <a:pPr lvl="0"/>
            <a:r>
              <a:rPr b="1"/>
              <a:t>Material</a:t>
            </a:r>
            <a:r>
              <a:rPr/>
              <a:t>: </a:t>
            </a:r>
            <a:r>
              <a:rPr>
                <a:latin typeface="Courier"/>
              </a:rPr>
              <a:t>!include &lt;material/...&gt;</a:t>
            </a:r>
            <a:r>
              <a:rPr/>
              <a:t> - Material Design icons</a:t>
            </a:r>
          </a:p>
          <a:p>
            <a:pPr lvl="0"/>
            <a:r>
              <a:rPr b="1"/>
              <a:t>Office</a:t>
            </a:r>
            <a:r>
              <a:rPr/>
              <a:t>: </a:t>
            </a:r>
            <a:r>
              <a:rPr>
                <a:latin typeface="Courier"/>
              </a:rPr>
              <a:t>!include &lt;office/...&gt;</a:t>
            </a:r>
            <a:r>
              <a:rPr/>
              <a:t> - Microsoft Office icons</a:t>
            </a:r>
          </a:p>
          <a:p>
            <a:pPr lvl="0"/>
            <a:r>
              <a:rPr b="1"/>
              <a:t>Tupadr3</a:t>
            </a:r>
            <a:r>
              <a:rPr/>
              <a:t>: </a:t>
            </a:r>
            <a:r>
              <a:rPr>
                <a:latin typeface="Courier"/>
              </a:rPr>
              <a:t>!include &lt;tupadr3/...&gt;</a:t>
            </a:r>
            <a:r>
              <a:rPr/>
              <a:t> - DevIcons, Font Awesome</a:t>
            </a:r>
          </a:p>
          <a:p>
            <a:pPr lvl="0" indent="0" marL="0">
              <a:buNone/>
            </a:pPr>
            <a:r>
              <a:rPr/>
              <a:t>Browse all available libraries: </a:t>
            </a:r>
            <a:r>
              <a:rPr>
                <a:latin typeface="Courier"/>
              </a:rPr>
              <a:t>https://github.com/plantuml/plantuml-stdlib</a:t>
            </a:r>
          </a:p>
          <a:p>
            <a:pPr lvl="0"/>
            <a:r>
              <a:rPr/>
              <a:t>https://plantuml.com/stdlib</a:t>
            </a:r>
          </a:p>
        </p:txBody>
      </p:sp>
    </p:spTree>
  </p:cSld>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Calling PlantUML from Java</a:t>
            </a:r>
          </a:p>
        </p:txBody>
      </p:sp>
      <p:sp>
        <p:nvSpPr>
          <p:cNvPr id="3" name="Content Placeholder 2"/>
          <p:cNvSpPr>
            <a:spLocks noGrp="1"/>
          </p:cNvSpPr>
          <p:nvPr>
            <p:ph idx="1"/>
          </p:nvPr>
        </p:nvSpPr>
        <p:spPr/>
        <p:txBody>
          <a:bodyPr/>
          <a:lstStyle/>
          <a:p>
            <a:pPr lvl="0" indent="0" marL="0">
              <a:buNone/>
            </a:pPr>
            <a:r>
              <a:rPr/>
              <a:t>You can easily integrate </a:t>
            </a:r>
            <a:r>
              <a:rPr b="1"/>
              <a:t>PlantUML</a:t>
            </a:r>
            <a:r>
              <a:rPr/>
              <a:t> with your own code by adding </a:t>
            </a:r>
            <a:r>
              <a:rPr i="1"/>
              <a:t>plantuml.jar</a:t>
            </a:r>
            <a:r>
              <a:rPr/>
              <a:t> in your classpath.</a:t>
            </a:r>
          </a:p>
        </p:txBody>
      </p:sp>
    </p:spTree>
  </p:cSld>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Calling PlantUML from Java</a:t>
            </a:r>
          </a:p>
        </p:txBody>
      </p:sp>
      <p:sp>
        <p:nvSpPr>
          <p:cNvPr id="3" name="Content Placeholder 2"/>
          <p:cNvSpPr>
            <a:spLocks noGrp="1"/>
          </p:cNvSpPr>
          <p:nvPr>
            <p:ph idx="1"/>
          </p:nvPr>
        </p:nvSpPr>
        <p:spPr/>
        <p:txBody>
          <a:bodyPr/>
          <a:lstStyle/>
          <a:p>
            <a:pPr lvl="0" indent="0" marL="0">
              <a:spcBef>
                <a:spcPts val="3000"/>
              </a:spcBef>
              <a:buNone/>
            </a:pPr>
            <a:r>
              <a:rPr b="1"/>
              <a:t>PNG generation from a String</a:t>
            </a:r>
          </a:p>
          <a:p>
            <a:pPr lvl="0" indent="0" marL="0">
              <a:buNone/>
            </a:pPr>
            <a:r>
              <a:rPr/>
              <a:t>If your diagram description is stored in a </a:t>
            </a:r>
            <a:r>
              <a:rPr>
                <a:latin typeface="Courier"/>
              </a:rPr>
              <a:t>String</a:t>
            </a:r>
            <a:r>
              <a:rPr/>
              <a:t>, you can use the </a:t>
            </a:r>
            <a:r>
              <a:rPr>
                <a:latin typeface="Courier"/>
              </a:rPr>
              <a:t>SourceStringReader</a:t>
            </a:r>
            <a:r>
              <a:rPr/>
              <a:t> class to generate some PNG file.</a:t>
            </a:r>
          </a:p>
          <a:p>
            <a:pPr lvl="0" indent="0">
              <a:buNone/>
            </a:pPr>
            <a:r>
              <a:rPr b="1">
                <a:solidFill>
                  <a:srgbClr val="007020"/>
                </a:solidFill>
                <a:latin typeface="Courier"/>
              </a:rPr>
              <a:t>import</a:t>
            </a:r>
            <a:r>
              <a:rPr>
                <a:latin typeface="Courier"/>
              </a:rPr>
              <a:t> </a:t>
            </a:r>
            <a:r>
              <a:rPr b="1">
                <a:solidFill>
                  <a:srgbClr val="008000"/>
                </a:solidFill>
                <a:latin typeface="Courier"/>
              </a:rPr>
              <a:t>net</a:t>
            </a:r>
            <a:r>
              <a:rPr>
                <a:solidFill>
                  <a:srgbClr val="666666"/>
                </a:solidFill>
                <a:latin typeface="Courier"/>
              </a:rPr>
              <a:t>.</a:t>
            </a:r>
            <a:r>
              <a:rPr b="1">
                <a:solidFill>
                  <a:srgbClr val="008000"/>
                </a:solidFill>
                <a:latin typeface="Courier"/>
              </a:rPr>
              <a:t>sourceforge</a:t>
            </a:r>
            <a:r>
              <a:rPr>
                <a:solidFill>
                  <a:srgbClr val="666666"/>
                </a:solidFill>
                <a:latin typeface="Courier"/>
              </a:rPr>
              <a:t>.</a:t>
            </a:r>
            <a:r>
              <a:rPr b="1">
                <a:solidFill>
                  <a:srgbClr val="008000"/>
                </a:solidFill>
                <a:latin typeface="Courier"/>
              </a:rPr>
              <a:t>plantuml</a:t>
            </a:r>
            <a:r>
              <a:rPr>
                <a:solidFill>
                  <a:srgbClr val="666666"/>
                </a:solidFill>
                <a:latin typeface="Courier"/>
              </a:rPr>
              <a:t>.</a:t>
            </a:r>
            <a:r>
              <a:rPr b="1">
                <a:solidFill>
                  <a:srgbClr val="008000"/>
                </a:solidFill>
                <a:latin typeface="Courier"/>
              </a:rPr>
              <a:t>SourceStringReader</a:t>
            </a:r>
            <a:r>
              <a:rPr>
                <a:solidFill>
                  <a:srgbClr val="666666"/>
                </a:solidFill>
                <a:latin typeface="Courier"/>
              </a:rPr>
              <a:t>;</a:t>
            </a:r>
            <a:br/>
            <a:r>
              <a:rPr>
                <a:solidFill>
                  <a:srgbClr val="008000"/>
                </a:solidFill>
                <a:latin typeface="Courier"/>
              </a:rPr>
              <a:t>OutputStream</a:t>
            </a:r>
            <a:r>
              <a:rPr>
                <a:latin typeface="Courier"/>
              </a:rPr>
              <a:t> png </a:t>
            </a:r>
            <a:r>
              <a:rPr>
                <a:solidFill>
                  <a:srgbClr val="666666"/>
                </a:solidFill>
                <a:latin typeface="Courier"/>
              </a:rPr>
              <a:t>=</a:t>
            </a:r>
            <a:r>
              <a:rPr>
                <a:latin typeface="Courier"/>
              </a:rPr>
              <a:t> </a:t>
            </a:r>
            <a:r>
              <a:rPr b="1">
                <a:solidFill>
                  <a:srgbClr val="007020"/>
                </a:solidFill>
                <a:latin typeface="Courier"/>
              </a:rPr>
              <a:t>...</a:t>
            </a:r>
            <a:r>
              <a:rPr>
                <a:solidFill>
                  <a:srgbClr val="666666"/>
                </a:solidFill>
                <a:latin typeface="Courier"/>
              </a:rPr>
              <a:t>;</a:t>
            </a:r>
            <a:br/>
            <a:r>
              <a:rPr>
                <a:solidFill>
                  <a:srgbClr val="008000"/>
                </a:solidFill>
                <a:latin typeface="Courier"/>
              </a:rPr>
              <a:t>String</a:t>
            </a:r>
            <a:r>
              <a:rPr>
                <a:latin typeface="Courier"/>
              </a:rPr>
              <a:t> source </a:t>
            </a:r>
            <a:r>
              <a:rPr>
                <a:solidFill>
                  <a:srgbClr val="666666"/>
                </a:solidFill>
                <a:latin typeface="Courier"/>
              </a:rPr>
              <a:t>=</a:t>
            </a:r>
            <a:r>
              <a:rPr>
                <a:latin typeface="Courier"/>
              </a:rPr>
              <a:t> </a:t>
            </a:r>
            <a:r>
              <a:rPr>
                <a:solidFill>
                  <a:srgbClr val="4070A0"/>
                </a:solidFill>
                <a:latin typeface="Courier"/>
              </a:rPr>
              <a:t>"@startuml\n"</a:t>
            </a:r>
            <a:r>
              <a:rPr>
                <a:solidFill>
                  <a:srgbClr val="666666"/>
                </a:solidFill>
                <a:latin typeface="Courier"/>
              </a:rPr>
              <a:t>;</a:t>
            </a:r>
            <a:br/>
            <a:r>
              <a:rPr>
                <a:latin typeface="Courier"/>
              </a:rPr>
              <a:t>source </a:t>
            </a:r>
            <a:r>
              <a:rPr>
                <a:solidFill>
                  <a:srgbClr val="666666"/>
                </a:solidFill>
                <a:latin typeface="Courier"/>
              </a:rPr>
              <a:t>+=</a:t>
            </a:r>
            <a:r>
              <a:rPr>
                <a:latin typeface="Courier"/>
              </a:rPr>
              <a:t> </a:t>
            </a:r>
            <a:r>
              <a:rPr>
                <a:solidFill>
                  <a:srgbClr val="4070A0"/>
                </a:solidFill>
                <a:latin typeface="Courier"/>
              </a:rPr>
              <a:t>"Bob -&gt; Alice : hello\n"</a:t>
            </a:r>
            <a:r>
              <a:rPr>
                <a:solidFill>
                  <a:srgbClr val="666666"/>
                </a:solidFill>
                <a:latin typeface="Courier"/>
              </a:rPr>
              <a:t>;</a:t>
            </a:r>
            <a:br/>
            <a:r>
              <a:rPr>
                <a:latin typeface="Courier"/>
              </a:rPr>
              <a:t>source </a:t>
            </a:r>
            <a:r>
              <a:rPr>
                <a:solidFill>
                  <a:srgbClr val="666666"/>
                </a:solidFill>
                <a:latin typeface="Courier"/>
              </a:rPr>
              <a:t>+=</a:t>
            </a:r>
            <a:r>
              <a:rPr>
                <a:latin typeface="Courier"/>
              </a:rPr>
              <a:t> </a:t>
            </a:r>
            <a:r>
              <a:rPr>
                <a:solidFill>
                  <a:srgbClr val="4070A0"/>
                </a:solidFill>
                <a:latin typeface="Courier"/>
              </a:rPr>
              <a:t>"@enduml\n"</a:t>
            </a:r>
            <a:r>
              <a:rPr>
                <a:solidFill>
                  <a:srgbClr val="666666"/>
                </a:solidFill>
                <a:latin typeface="Courier"/>
              </a:rPr>
              <a:t>;</a:t>
            </a:r>
            <a:br/>
            <a:br/>
            <a:r>
              <a:rPr>
                <a:latin typeface="Courier"/>
              </a:rPr>
              <a:t>SourceStringReader reader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SourceStringReader</a:t>
            </a:r>
            <a:r>
              <a:rPr>
                <a:solidFill>
                  <a:srgbClr val="666666"/>
                </a:solidFill>
                <a:latin typeface="Courier"/>
              </a:rPr>
              <a:t>(</a:t>
            </a:r>
            <a:r>
              <a:rPr>
                <a:latin typeface="Courier"/>
              </a:rPr>
              <a:t>source</a:t>
            </a:r>
            <a:r>
              <a:rPr>
                <a:solidFill>
                  <a:srgbClr val="666666"/>
                </a:solidFill>
                <a:latin typeface="Courier"/>
              </a:rPr>
              <a:t>);</a:t>
            </a:r>
            <a:br/>
            <a:r>
              <a:rPr i="1">
                <a:solidFill>
                  <a:srgbClr val="60A0B0"/>
                </a:solidFill>
                <a:latin typeface="Courier"/>
              </a:rPr>
              <a:t>// Write the first image to "png"</a:t>
            </a:r>
            <a:br/>
            <a:r>
              <a:rPr>
                <a:solidFill>
                  <a:srgbClr val="008000"/>
                </a:solidFill>
                <a:latin typeface="Courier"/>
              </a:rPr>
              <a:t>String</a:t>
            </a:r>
            <a:r>
              <a:rPr>
                <a:latin typeface="Courier"/>
              </a:rPr>
              <a:t> desc </a:t>
            </a:r>
            <a:r>
              <a:rPr>
                <a:solidFill>
                  <a:srgbClr val="666666"/>
                </a:solidFill>
                <a:latin typeface="Courier"/>
              </a:rPr>
              <a:t>=</a:t>
            </a:r>
            <a:r>
              <a:rPr>
                <a:latin typeface="Courier"/>
              </a:rPr>
              <a:t> reader</a:t>
            </a:r>
            <a:r>
              <a:rPr>
                <a:solidFill>
                  <a:srgbClr val="666666"/>
                </a:solidFill>
                <a:latin typeface="Courier"/>
              </a:rPr>
              <a:t>.</a:t>
            </a:r>
            <a:r>
              <a:rPr>
                <a:solidFill>
                  <a:srgbClr val="06287E"/>
                </a:solidFill>
                <a:latin typeface="Courier"/>
              </a:rPr>
              <a:t>outputImage</a:t>
            </a:r>
            <a:r>
              <a:rPr>
                <a:solidFill>
                  <a:srgbClr val="666666"/>
                </a:solidFill>
                <a:latin typeface="Courier"/>
              </a:rPr>
              <a:t>(</a:t>
            </a:r>
            <a:r>
              <a:rPr>
                <a:latin typeface="Courier"/>
              </a:rPr>
              <a:t>png</a:t>
            </a:r>
            <a:r>
              <a:rPr>
                <a:solidFill>
                  <a:srgbClr val="666666"/>
                </a:solidFill>
                <a:latin typeface="Courier"/>
              </a:rPr>
              <a:t>).</a:t>
            </a:r>
            <a:r>
              <a:rPr>
                <a:solidFill>
                  <a:srgbClr val="06287E"/>
                </a:solidFill>
                <a:latin typeface="Courier"/>
              </a:rPr>
              <a:t>getDescription</a:t>
            </a:r>
            <a:r>
              <a:rPr>
                <a:solidFill>
                  <a:srgbClr val="666666"/>
                </a:solidFill>
                <a:latin typeface="Courier"/>
              </a:rPr>
              <a:t>();</a:t>
            </a:r>
            <a:br/>
            <a:r>
              <a:rPr i="1">
                <a:solidFill>
                  <a:srgbClr val="60A0B0"/>
                </a:solidFill>
                <a:latin typeface="Courier"/>
              </a:rPr>
              <a:t>// Return a null string if no generation</a:t>
            </a:r>
          </a:p>
        </p:txBody>
      </p:sp>
    </p:spTree>
  </p:cSld>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Calling PlantUML from Java</a:t>
            </a:r>
          </a:p>
        </p:txBody>
      </p:sp>
      <p:sp>
        <p:nvSpPr>
          <p:cNvPr id="3" name="Content Placeholder 2"/>
          <p:cNvSpPr>
            <a:spLocks noGrp="1"/>
          </p:cNvSpPr>
          <p:nvPr>
            <p:ph idx="1"/>
          </p:nvPr>
        </p:nvSpPr>
        <p:spPr/>
        <p:txBody>
          <a:bodyPr/>
          <a:lstStyle/>
          <a:p>
            <a:pPr lvl="0" indent="0" marL="0">
              <a:spcBef>
                <a:spcPts val="3000"/>
              </a:spcBef>
              <a:buNone/>
            </a:pPr>
            <a:r>
              <a:rPr b="1"/>
              <a:t>PNG generation from a File</a:t>
            </a:r>
          </a:p>
          <a:p>
            <a:pPr lvl="0" indent="0" marL="0">
              <a:buNone/>
            </a:pPr>
            <a:r>
              <a:rPr/>
              <a:t>If your diagram description is stored in a </a:t>
            </a:r>
            <a:r>
              <a:rPr>
                <a:latin typeface="Courier"/>
              </a:rPr>
              <a:t>File</a:t>
            </a:r>
            <a:r>
              <a:rPr/>
              <a:t>, you can use the </a:t>
            </a:r>
            <a:r>
              <a:rPr>
                <a:latin typeface="Courier"/>
              </a:rPr>
              <a:t>SourceFileReader</a:t>
            </a:r>
            <a:r>
              <a:rPr/>
              <a:t> class to generate some PNG file.</a:t>
            </a:r>
          </a:p>
          <a:p>
            <a:pPr lvl="0" indent="0">
              <a:buNone/>
            </a:pPr>
            <a:r>
              <a:rPr>
                <a:solidFill>
                  <a:srgbClr val="008000"/>
                </a:solidFill>
                <a:latin typeface="Courier"/>
              </a:rPr>
              <a:t>File</a:t>
            </a:r>
            <a:r>
              <a:rPr>
                <a:latin typeface="Courier"/>
              </a:rPr>
              <a:t> source </a:t>
            </a:r>
            <a:r>
              <a:rPr>
                <a:solidFill>
                  <a:srgbClr val="666666"/>
                </a:solidFill>
                <a:latin typeface="Courier"/>
              </a:rPr>
              <a:t>=</a:t>
            </a:r>
            <a:r>
              <a:rPr>
                <a:latin typeface="Courier"/>
              </a:rPr>
              <a:t> </a:t>
            </a:r>
            <a:r>
              <a:rPr b="1">
                <a:solidFill>
                  <a:srgbClr val="007020"/>
                </a:solidFill>
                <a:latin typeface="Courier"/>
              </a:rPr>
              <a:t>...</a:t>
            </a:r>
            <a:r>
              <a:rPr>
                <a:solidFill>
                  <a:srgbClr val="666666"/>
                </a:solidFill>
                <a:latin typeface="Courier"/>
              </a:rPr>
              <a:t>;</a:t>
            </a:r>
            <a:br/>
            <a:r>
              <a:rPr>
                <a:latin typeface="Courier"/>
              </a:rPr>
              <a:t>SourceFileReader reader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SourceFileReader</a:t>
            </a:r>
            <a:r>
              <a:rPr>
                <a:solidFill>
                  <a:srgbClr val="666666"/>
                </a:solidFill>
                <a:latin typeface="Courier"/>
              </a:rPr>
              <a:t>(</a:t>
            </a:r>
            <a:r>
              <a:rPr>
                <a:latin typeface="Courier"/>
              </a:rPr>
              <a:t>source</a:t>
            </a:r>
            <a:r>
              <a:rPr>
                <a:solidFill>
                  <a:srgbClr val="666666"/>
                </a:solidFill>
                <a:latin typeface="Courier"/>
              </a:rPr>
              <a:t>);</a:t>
            </a:r>
            <a:br/>
            <a:r>
              <a:rPr>
                <a:solidFill>
                  <a:srgbClr val="008000"/>
                </a:solidFill>
                <a:latin typeface="Courier"/>
              </a:rPr>
              <a:t>List</a:t>
            </a:r>
            <a:r>
              <a:rPr>
                <a:solidFill>
                  <a:srgbClr val="666666"/>
                </a:solidFill>
                <a:latin typeface="Courier"/>
              </a:rPr>
              <a:t>&lt;</a:t>
            </a:r>
            <a:r>
              <a:rPr>
                <a:latin typeface="Courier"/>
              </a:rPr>
              <a:t>GeneratedImage</a:t>
            </a:r>
            <a:r>
              <a:rPr>
                <a:solidFill>
                  <a:srgbClr val="666666"/>
                </a:solidFill>
                <a:latin typeface="Courier"/>
              </a:rPr>
              <a:t>&gt;</a:t>
            </a:r>
            <a:r>
              <a:rPr>
                <a:latin typeface="Courier"/>
              </a:rPr>
              <a:t> list </a:t>
            </a:r>
            <a:r>
              <a:rPr>
                <a:solidFill>
                  <a:srgbClr val="666666"/>
                </a:solidFill>
                <a:latin typeface="Courier"/>
              </a:rPr>
              <a:t>=</a:t>
            </a:r>
            <a:r>
              <a:rPr>
                <a:latin typeface="Courier"/>
              </a:rPr>
              <a:t> reader</a:t>
            </a:r>
            <a:r>
              <a:rPr>
                <a:solidFill>
                  <a:srgbClr val="666666"/>
                </a:solidFill>
                <a:latin typeface="Courier"/>
              </a:rPr>
              <a:t>.</a:t>
            </a:r>
            <a:r>
              <a:rPr>
                <a:solidFill>
                  <a:srgbClr val="06287E"/>
                </a:solidFill>
                <a:latin typeface="Courier"/>
              </a:rPr>
              <a:t>getGeneratedImages</a:t>
            </a:r>
            <a:r>
              <a:rPr>
                <a:solidFill>
                  <a:srgbClr val="666666"/>
                </a:solidFill>
                <a:latin typeface="Courier"/>
              </a:rPr>
              <a:t>();</a:t>
            </a:r>
            <a:br/>
            <a:r>
              <a:rPr i="1">
                <a:solidFill>
                  <a:srgbClr val="60A0B0"/>
                </a:solidFill>
                <a:latin typeface="Courier"/>
              </a:rPr>
              <a:t>// Generated files</a:t>
            </a:r>
            <a:br/>
            <a:r>
              <a:rPr>
                <a:solidFill>
                  <a:srgbClr val="008000"/>
                </a:solidFill>
                <a:latin typeface="Courier"/>
              </a:rPr>
              <a:t>File</a:t>
            </a:r>
            <a:r>
              <a:rPr>
                <a:latin typeface="Courier"/>
              </a:rPr>
              <a:t> png </a:t>
            </a:r>
            <a:r>
              <a:rPr>
                <a:solidFill>
                  <a:srgbClr val="666666"/>
                </a:solidFill>
                <a:latin typeface="Courier"/>
              </a:rPr>
              <a:t>=</a:t>
            </a:r>
            <a:r>
              <a:rPr>
                <a:latin typeface="Courier"/>
              </a:rPr>
              <a:t> list</a:t>
            </a:r>
            <a:r>
              <a:rPr>
                <a:solidFill>
                  <a:srgbClr val="666666"/>
                </a:solidFill>
                <a:latin typeface="Courier"/>
              </a:rPr>
              <a:t>.</a:t>
            </a:r>
            <a:r>
              <a:rPr>
                <a:solidFill>
                  <a:srgbClr val="06287E"/>
                </a:solidFill>
                <a:latin typeface="Courier"/>
              </a:rPr>
              <a:t>get</a:t>
            </a:r>
            <a:r>
              <a:rPr>
                <a:solidFill>
                  <a:srgbClr val="666666"/>
                </a:solidFill>
                <a:latin typeface="Courier"/>
              </a:rPr>
              <a:t>(</a:t>
            </a:r>
            <a:r>
              <a:rPr>
                <a:solidFill>
                  <a:srgbClr val="40A070"/>
                </a:solidFill>
                <a:latin typeface="Courier"/>
              </a:rPr>
              <a:t>0</a:t>
            </a:r>
            <a:r>
              <a:rPr>
                <a:solidFill>
                  <a:srgbClr val="666666"/>
                </a:solidFill>
                <a:latin typeface="Courier"/>
              </a:rPr>
              <a:t>).</a:t>
            </a:r>
            <a:r>
              <a:rPr>
                <a:solidFill>
                  <a:srgbClr val="06287E"/>
                </a:solidFill>
                <a:latin typeface="Courier"/>
              </a:rPr>
              <a:t>getPngFile</a:t>
            </a:r>
            <a:r>
              <a:rPr>
                <a:solidFill>
                  <a:srgbClr val="666666"/>
                </a:solidFill>
                <a:latin typeface="Courier"/>
              </a:rPr>
              <a:t>();</a:t>
            </a:r>
          </a:p>
        </p:txBody>
      </p:sp>
    </p:spTree>
  </p:cSld>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Calling PlantUML from Java</a:t>
            </a:r>
          </a:p>
        </p:txBody>
      </p:sp>
      <p:sp>
        <p:nvSpPr>
          <p:cNvPr id="3" name="Content Placeholder 2"/>
          <p:cNvSpPr>
            <a:spLocks noGrp="1"/>
          </p:cNvSpPr>
          <p:nvPr>
            <p:ph idx="1"/>
          </p:nvPr>
        </p:nvSpPr>
        <p:spPr/>
        <p:txBody>
          <a:bodyPr/>
          <a:lstStyle/>
          <a:p>
            <a:pPr lvl="0" indent="0" marL="0">
              <a:spcBef>
                <a:spcPts val="3000"/>
              </a:spcBef>
              <a:buNone/>
            </a:pPr>
            <a:r>
              <a:rPr b="1"/>
              <a:t>SVG generation from a String</a:t>
            </a:r>
          </a:p>
          <a:p>
            <a:pPr lvl="0" indent="0" marL="0">
              <a:buNone/>
            </a:pPr>
            <a:r>
              <a:rPr/>
              <a:t>If your diagram description is stored in a </a:t>
            </a:r>
            <a:r>
              <a:rPr>
                <a:latin typeface="Courier"/>
              </a:rPr>
              <a:t>String</a:t>
            </a:r>
            <a:r>
              <a:rPr/>
              <a:t>, you can use the </a:t>
            </a:r>
            <a:r>
              <a:rPr>
                <a:latin typeface="Courier"/>
              </a:rPr>
              <a:t>SourceStringReader</a:t>
            </a:r>
            <a:r>
              <a:rPr/>
              <a:t> class to generate some SVG file.</a:t>
            </a:r>
          </a:p>
          <a:p>
            <a:pPr lvl="0" indent="0">
              <a:buNone/>
            </a:pPr>
            <a:r>
              <a:rPr>
                <a:solidFill>
                  <a:srgbClr val="008000"/>
                </a:solidFill>
                <a:latin typeface="Courier"/>
              </a:rPr>
              <a:t>String</a:t>
            </a:r>
            <a:r>
              <a:rPr>
                <a:latin typeface="Courier"/>
              </a:rPr>
              <a:t> source </a:t>
            </a:r>
            <a:r>
              <a:rPr>
                <a:solidFill>
                  <a:srgbClr val="666666"/>
                </a:solidFill>
                <a:latin typeface="Courier"/>
              </a:rPr>
              <a:t>=</a:t>
            </a:r>
            <a:r>
              <a:rPr>
                <a:latin typeface="Courier"/>
              </a:rPr>
              <a:t> </a:t>
            </a:r>
            <a:r>
              <a:rPr>
                <a:solidFill>
                  <a:srgbClr val="4070A0"/>
                </a:solidFill>
                <a:latin typeface="Courier"/>
              </a:rPr>
              <a:t>"@startuml\n"</a:t>
            </a:r>
            <a:r>
              <a:rPr>
                <a:solidFill>
                  <a:srgbClr val="666666"/>
                </a:solidFill>
                <a:latin typeface="Courier"/>
              </a:rPr>
              <a:t>;</a:t>
            </a:r>
            <a:br/>
            <a:r>
              <a:rPr>
                <a:latin typeface="Courier"/>
              </a:rPr>
              <a:t>source </a:t>
            </a:r>
            <a:r>
              <a:rPr>
                <a:solidFill>
                  <a:srgbClr val="666666"/>
                </a:solidFill>
                <a:latin typeface="Courier"/>
              </a:rPr>
              <a:t>+=</a:t>
            </a:r>
            <a:r>
              <a:rPr>
                <a:latin typeface="Courier"/>
              </a:rPr>
              <a:t> </a:t>
            </a:r>
            <a:r>
              <a:rPr>
                <a:solidFill>
                  <a:srgbClr val="4070A0"/>
                </a:solidFill>
                <a:latin typeface="Courier"/>
              </a:rPr>
              <a:t>"Bob -&gt; Alice : hello\n"</a:t>
            </a:r>
            <a:r>
              <a:rPr>
                <a:solidFill>
                  <a:srgbClr val="666666"/>
                </a:solidFill>
                <a:latin typeface="Courier"/>
              </a:rPr>
              <a:t>;</a:t>
            </a:r>
            <a:br/>
            <a:r>
              <a:rPr>
                <a:latin typeface="Courier"/>
              </a:rPr>
              <a:t>source </a:t>
            </a:r>
            <a:r>
              <a:rPr>
                <a:solidFill>
                  <a:srgbClr val="666666"/>
                </a:solidFill>
                <a:latin typeface="Courier"/>
              </a:rPr>
              <a:t>+=</a:t>
            </a:r>
            <a:r>
              <a:rPr>
                <a:latin typeface="Courier"/>
              </a:rPr>
              <a:t> </a:t>
            </a:r>
            <a:r>
              <a:rPr>
                <a:solidFill>
                  <a:srgbClr val="4070A0"/>
                </a:solidFill>
                <a:latin typeface="Courier"/>
              </a:rPr>
              <a:t>"@enduml\n"</a:t>
            </a:r>
            <a:r>
              <a:rPr>
                <a:solidFill>
                  <a:srgbClr val="666666"/>
                </a:solidFill>
                <a:latin typeface="Courier"/>
              </a:rPr>
              <a:t>;</a:t>
            </a:r>
            <a:br/>
            <a:br/>
            <a:r>
              <a:rPr>
                <a:latin typeface="Courier"/>
              </a:rPr>
              <a:t>SourceStringReader reader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SourceStringReader</a:t>
            </a:r>
            <a:r>
              <a:rPr>
                <a:solidFill>
                  <a:srgbClr val="666666"/>
                </a:solidFill>
                <a:latin typeface="Courier"/>
              </a:rPr>
              <a:t>(</a:t>
            </a:r>
            <a:r>
              <a:rPr>
                <a:latin typeface="Courier"/>
              </a:rPr>
              <a:t>source</a:t>
            </a:r>
            <a:r>
              <a:rPr>
                <a:solidFill>
                  <a:srgbClr val="666666"/>
                </a:solidFill>
                <a:latin typeface="Courier"/>
              </a:rPr>
              <a:t>);</a:t>
            </a:r>
            <a:br/>
            <a:r>
              <a:rPr>
                <a:solidFill>
                  <a:srgbClr val="902000"/>
                </a:solidFill>
                <a:latin typeface="Courier"/>
              </a:rPr>
              <a:t>final</a:t>
            </a:r>
            <a:r>
              <a:rPr>
                <a:latin typeface="Courier"/>
              </a:rPr>
              <a:t> </a:t>
            </a:r>
            <a:r>
              <a:rPr>
                <a:solidFill>
                  <a:srgbClr val="008000"/>
                </a:solidFill>
                <a:latin typeface="Courier"/>
              </a:rPr>
              <a:t>ByteArrayOutputStream</a:t>
            </a:r>
            <a:r>
              <a:rPr>
                <a:latin typeface="Courier"/>
              </a:rPr>
              <a:t> os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ByteArrayOutputStream</a:t>
            </a:r>
            <a:r>
              <a:rPr>
                <a:solidFill>
                  <a:srgbClr val="666666"/>
                </a:solidFill>
                <a:latin typeface="Courier"/>
              </a:rPr>
              <a:t>();</a:t>
            </a:r>
            <a:br/>
            <a:r>
              <a:rPr i="1">
                <a:solidFill>
                  <a:srgbClr val="60A0B0"/>
                </a:solidFill>
                <a:latin typeface="Courier"/>
              </a:rPr>
              <a:t>// Write the first image to "os"</a:t>
            </a:r>
            <a:br/>
            <a:r>
              <a:rPr>
                <a:solidFill>
                  <a:srgbClr val="008000"/>
                </a:solidFill>
                <a:latin typeface="Courier"/>
              </a:rPr>
              <a:t>String</a:t>
            </a:r>
            <a:r>
              <a:rPr>
                <a:latin typeface="Courier"/>
              </a:rPr>
              <a:t> desc </a:t>
            </a:r>
            <a:r>
              <a:rPr>
                <a:solidFill>
                  <a:srgbClr val="666666"/>
                </a:solidFill>
                <a:latin typeface="Courier"/>
              </a:rPr>
              <a:t>=</a:t>
            </a:r>
            <a:r>
              <a:rPr>
                <a:latin typeface="Courier"/>
              </a:rPr>
              <a:t> reader</a:t>
            </a:r>
            <a:r>
              <a:rPr>
                <a:solidFill>
                  <a:srgbClr val="666666"/>
                </a:solidFill>
                <a:latin typeface="Courier"/>
              </a:rPr>
              <a:t>.</a:t>
            </a:r>
            <a:r>
              <a:rPr>
                <a:solidFill>
                  <a:srgbClr val="06287E"/>
                </a:solidFill>
                <a:latin typeface="Courier"/>
              </a:rPr>
              <a:t>generateImage</a:t>
            </a:r>
            <a:r>
              <a:rPr>
                <a:solidFill>
                  <a:srgbClr val="666666"/>
                </a:solidFill>
                <a:latin typeface="Courier"/>
              </a:rPr>
              <a:t>(</a:t>
            </a:r>
            <a:r>
              <a:rPr>
                <a:latin typeface="Courier"/>
              </a:rPr>
              <a:t>os</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FileFormatOption</a:t>
            </a:r>
            <a:r>
              <a:rPr>
                <a:solidFill>
                  <a:srgbClr val="666666"/>
                </a:solidFill>
                <a:latin typeface="Courier"/>
              </a:rPr>
              <a:t>(</a:t>
            </a:r>
            <a:r>
              <a:rPr>
                <a:latin typeface="Courier"/>
              </a:rPr>
              <a:t>FileFormat</a:t>
            </a:r>
            <a:r>
              <a:rPr>
                <a:solidFill>
                  <a:srgbClr val="666666"/>
                </a:solidFill>
                <a:latin typeface="Courier"/>
              </a:rPr>
              <a:t>.</a:t>
            </a:r>
            <a:r>
              <a:rPr>
                <a:solidFill>
                  <a:srgbClr val="06287E"/>
                </a:solidFill>
                <a:latin typeface="Courier"/>
              </a:rPr>
              <a:t>SVG</a:t>
            </a:r>
            <a:r>
              <a:rPr>
                <a:solidFill>
                  <a:srgbClr val="666666"/>
                </a:solidFill>
                <a:latin typeface="Courier"/>
              </a:rPr>
              <a:t>));</a:t>
            </a:r>
            <a:br/>
            <a:r>
              <a:rPr>
                <a:latin typeface="Courier"/>
              </a:rPr>
              <a:t>os</a:t>
            </a:r>
            <a:r>
              <a:rPr>
                <a:solidFill>
                  <a:srgbClr val="666666"/>
                </a:solidFill>
                <a:latin typeface="Courier"/>
              </a:rPr>
              <a:t>.</a:t>
            </a:r>
            <a:r>
              <a:rPr>
                <a:solidFill>
                  <a:srgbClr val="06287E"/>
                </a:solidFill>
                <a:latin typeface="Courier"/>
              </a:rPr>
              <a:t>close</a:t>
            </a:r>
            <a:r>
              <a:rPr>
                <a:solidFill>
                  <a:srgbClr val="666666"/>
                </a:solidFill>
                <a:latin typeface="Courier"/>
              </a:rPr>
              <a:t>();</a:t>
            </a:r>
            <a:br/>
            <a:br/>
            <a:r>
              <a:rPr i="1">
                <a:solidFill>
                  <a:srgbClr val="60A0B0"/>
                </a:solidFill>
                <a:latin typeface="Courier"/>
              </a:rPr>
              <a:t>// The XML is stored into svg</a:t>
            </a:r>
            <a:br/>
            <a:r>
              <a:rPr>
                <a:solidFill>
                  <a:srgbClr val="902000"/>
                </a:solidFill>
                <a:latin typeface="Courier"/>
              </a:rPr>
              <a:t>final</a:t>
            </a:r>
            <a:r>
              <a:rPr>
                <a:latin typeface="Courier"/>
              </a:rPr>
              <a:t> </a:t>
            </a:r>
            <a:r>
              <a:rPr>
                <a:solidFill>
                  <a:srgbClr val="008000"/>
                </a:solidFill>
                <a:latin typeface="Courier"/>
              </a:rPr>
              <a:t>String</a:t>
            </a:r>
            <a:r>
              <a:rPr>
                <a:latin typeface="Courier"/>
              </a:rPr>
              <a:t> svg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String</a:t>
            </a:r>
            <a:r>
              <a:rPr>
                <a:solidFill>
                  <a:srgbClr val="666666"/>
                </a:solidFill>
                <a:latin typeface="Courier"/>
              </a:rPr>
              <a:t>(</a:t>
            </a:r>
            <a:r>
              <a:rPr>
                <a:latin typeface="Courier"/>
              </a:rPr>
              <a:t>os</a:t>
            </a:r>
            <a:r>
              <a:rPr>
                <a:solidFill>
                  <a:srgbClr val="666666"/>
                </a:solidFill>
                <a:latin typeface="Courier"/>
              </a:rPr>
              <a:t>.</a:t>
            </a:r>
            <a:r>
              <a:rPr>
                <a:solidFill>
                  <a:srgbClr val="06287E"/>
                </a:solidFill>
                <a:latin typeface="Courier"/>
              </a:rPr>
              <a:t>toByteArray</a:t>
            </a:r>
            <a:r>
              <a:rPr>
                <a:solidFill>
                  <a:srgbClr val="666666"/>
                </a:solidFill>
                <a:latin typeface="Courier"/>
              </a:rPr>
              <a:t>(),</a:t>
            </a:r>
            <a:r>
              <a:rPr>
                <a:latin typeface="Courier"/>
              </a:rPr>
              <a:t> </a:t>
            </a:r>
            <a:r>
              <a:rPr>
                <a:solidFill>
                  <a:srgbClr val="008000"/>
                </a:solidFill>
                <a:latin typeface="Courier"/>
              </a:rPr>
              <a:t>Charset</a:t>
            </a:r>
            <a:r>
              <a:rPr>
                <a:solidFill>
                  <a:srgbClr val="666666"/>
                </a:solidFill>
                <a:latin typeface="Courier"/>
              </a:rPr>
              <a:t>.</a:t>
            </a:r>
            <a:r>
              <a:rPr>
                <a:solidFill>
                  <a:srgbClr val="06287E"/>
                </a:solidFill>
                <a:latin typeface="Courier"/>
              </a:rPr>
              <a:t>forName</a:t>
            </a:r>
            <a:r>
              <a:rPr>
                <a:solidFill>
                  <a:srgbClr val="666666"/>
                </a:solidFill>
                <a:latin typeface="Courier"/>
              </a:rPr>
              <a:t>(</a:t>
            </a:r>
            <a:r>
              <a:rPr>
                <a:solidFill>
                  <a:srgbClr val="4070A0"/>
                </a:solidFill>
                <a:latin typeface="Courier"/>
              </a:rPr>
              <a:t>"UTF-8"</a:t>
            </a:r>
            <a:r>
              <a:rPr>
                <a:solidFill>
                  <a:srgbClr val="666666"/>
                </a:solidFill>
                <a:latin typeface="Courier"/>
              </a:rPr>
              <a:t>));</a:t>
            </a:r>
          </a:p>
        </p:txBody>
      </p:sp>
    </p:spTree>
  </p:cSld>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PlantUML Diagram Types &amp; Advanced Features</a:t>
            </a:r>
          </a:p>
          <a:p>
            <a:pPr lvl="0"/>
            <a:r>
              <a:rPr/>
              <a:t>PlantUML supports all 9 standard UML diagram types with simple text syntax</a:t>
            </a:r>
          </a:p>
          <a:p>
            <a:pPr lvl="0"/>
            <a:r>
              <a:rPr/>
              <a:t>C4 Model support enables architectural diagrams (Context, Container, Component, Class levels)</a:t>
            </a:r>
          </a:p>
          <a:p>
            <a:pPr lvl="0"/>
            <a:r>
              <a:rPr/>
              <a:t>Non-UML diagrams: JSON/YAML visualization, network diagrams, wireframes, Gantt charts, mind maps</a:t>
            </a:r>
          </a:p>
          <a:p>
            <a:pPr lvl="0"/>
            <a:r>
              <a:rPr/>
              <a:t>PlantUML can be called programmatically from Java using SourceStringReader and SourceFileReader</a:t>
            </a:r>
          </a:p>
          <a:p>
            <a:pPr lvl="0"/>
            <a:r>
              <a:rPr/>
              <a:t>Preprocessing and Stdlib provide reusable components and icon libraries</a:t>
            </a:r>
          </a:p>
        </p:txBody>
      </p:sp>
    </p:spTree>
  </p:cSld>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Plantuml Official Web Site</a:t>
            </a:r>
          </a:p>
          <a:p>
            <a:pPr lvl="0"/>
            <a:r>
              <a:rPr>
                <a:hlinkClick r:id="rId3"/>
              </a:rPr>
              <a:t>Plantuml Wikipedia</a:t>
            </a:r>
          </a:p>
          <a:p>
            <a:pPr lvl="0"/>
            <a:r>
              <a:rPr>
                <a:hlinkClick r:id="rId4"/>
              </a:rPr>
              <a:t>Plantuml GitHub</a:t>
            </a:r>
          </a:p>
          <a:p>
            <a:pPr lvl="0"/>
            <a:r>
              <a:rPr>
                <a:hlinkClick r:id="rId5"/>
              </a:rPr>
              <a:t>Plantuml Online Server</a:t>
            </a:r>
          </a:p>
        </p:txBody>
      </p:sp>
    </p:spTree>
  </p:cSld>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Credits</a:t>
            </a:r>
          </a:p>
        </p:txBody>
      </p:sp>
      <p:sp>
        <p:nvSpPr>
          <p:cNvPr id="3" name="Content Placeholder 2"/>
          <p:cNvSpPr>
            <a:spLocks noGrp="1"/>
          </p:cNvSpPr>
          <p:nvPr>
            <p:ph idx="1"/>
          </p:nvPr>
        </p:nvSpPr>
        <p:spPr/>
        <p:txBody>
          <a:bodyPr/>
          <a:lstStyle/>
          <a:p>
            <a:pPr lvl="0"/>
            <a:r>
              <a:rPr/>
              <a:t>Original idea: Arnaud Roques</a:t>
            </a:r>
          </a:p>
          <a:p>
            <a:pPr lvl="0"/>
            <a:r>
              <a:rPr/>
              <a:t>Word Macro: Alain Bertucat &amp; Matthieu Sabatier</a:t>
            </a:r>
          </a:p>
          <a:p>
            <a:pPr lvl="0"/>
            <a:r>
              <a:rPr/>
              <a:t>Word Add-in: Adriaan van den Brand</a:t>
            </a:r>
          </a:p>
          <a:p>
            <a:pPr lvl="0"/>
            <a:r>
              <a:rPr/>
              <a:t>J2V8 &amp; viz.js integration: Andreas Studer</a:t>
            </a:r>
          </a:p>
          <a:p>
            <a:pPr lvl="0"/>
            <a:r>
              <a:rPr/>
              <a:t>Official Eclipse Plugin: Hallvard Trætteberg</a:t>
            </a:r>
          </a:p>
          <a:p>
            <a:pPr lvl="0"/>
            <a:r>
              <a:rPr/>
              <a:t>Original Eclipse Plugin: Claude Durif &amp; Anne Pecoil</a:t>
            </a:r>
          </a:p>
        </p:txBody>
      </p:sp>
    </p:spTree>
  </p:cSld>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Credits</a:t>
            </a:r>
          </a:p>
        </p:txBody>
      </p:sp>
      <p:sp>
        <p:nvSpPr>
          <p:cNvPr id="3" name="Content Placeholder 2"/>
          <p:cNvSpPr>
            <a:spLocks noGrp="1"/>
          </p:cNvSpPr>
          <p:nvPr>
            <p:ph idx="1"/>
          </p:nvPr>
        </p:nvSpPr>
        <p:spPr/>
        <p:txBody>
          <a:bodyPr/>
          <a:lstStyle/>
          <a:p>
            <a:pPr lvl="0"/>
            <a:r>
              <a:rPr/>
              <a:t>Servlet &amp; XWiki: Maxime Sinclair</a:t>
            </a:r>
          </a:p>
          <a:p>
            <a:pPr lvl="0"/>
            <a:r>
              <a:rPr/>
              <a:t>Docker: David Ducatel</a:t>
            </a:r>
          </a:p>
          <a:p>
            <a:pPr lvl="0"/>
            <a:r>
              <a:rPr/>
              <a:t>AWS lib: Chris Passarello</a:t>
            </a:r>
          </a:p>
          <a:p>
            <a:pPr lvl="0"/>
            <a:r>
              <a:rPr/>
              <a:t>Stdlib Icons: tupadr3</a:t>
            </a:r>
          </a:p>
          <a:p>
            <a:pPr lvl="0"/>
            <a:r>
              <a:rPr/>
              <a:t>Site design: Raphael Cotisson</a:t>
            </a:r>
          </a:p>
          <a:p>
            <a:pPr lvl="0"/>
            <a:r>
              <a:rPr/>
              <a:t>Logo: Benjamin Croizet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CEN206 Object-Oriented Programming</dc:title>
  <dc:creator>Author: Asst. Prof. Dr. Ugur CORUH</dc:creator>
  <cp:keywords/>
  <dcterms:created xsi:type="dcterms:W3CDTF">2026-03-03T13:32:29Z</dcterms:created>
  <dcterms:modified xsi:type="dcterms:W3CDTF">2026-03-03T13:32:29Z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backgroundImage">
    <vt:lpwstr>url(‘assets/hero-background.svg’)</vt:lpwstr>
  </property>
  <property fmtid="{D5CDD505-2E9C-101B-9397-08002B2CF9AE}" pid="5" name="date">
    <vt:lpwstr/>
  </property>
  <property fmtid="{D5CDD505-2E9C-101B-9397-08002B2CF9AE}" pid="6" name="disable-header-and-footer">
    <vt:lpwstr>False</vt:lpwstr>
  </property>
  <property fmtid="{D5CDD505-2E9C-101B-9397-08002B2CF9AE}" pid="7" name="footer">
    <vt:lpwstr>height:50px RTEU CEN206 Week-5</vt:lpwstr>
  </property>
  <property fmtid="{D5CDD505-2E9C-101B-9397-08002B2CF9AE}" pid="8" name="footer-center">
    <vt:lpwstr>© Copyright 2025-2026</vt:lpwstr>
  </property>
  <property fmtid="{D5CDD505-2E9C-101B-9397-08002B2CF9AE}" pid="9" name="footer-left">
    <vt:lpwstr>© Copyright 2025-2026 Asst. Prof. Dr. Ugur CORUH</vt:lpwstr>
  </property>
  <property fmtid="{D5CDD505-2E9C-101B-9397-08002B2CF9AE}" pid="10" name="footer-right">
    <vt:lpwstr/>
  </property>
  <property fmtid="{D5CDD505-2E9C-101B-9397-08002B2CF9AE}" pid="11" name="geometry">
    <vt:lpwstr>left=2.54cm,right=2.54cm,top=1.91cm,bottom=1.91cm</vt:lpwstr>
  </property>
  <property fmtid="{D5CDD505-2E9C-101B-9397-08002B2CF9AE}" pid="12" name="header">
    <vt:lpwstr>CEN206 Object-Oriented Programming</vt:lpwstr>
  </property>
  <property fmtid="{D5CDD505-2E9C-101B-9397-08002B2CF9AE}" pid="13" name="header-center">
    <vt:lpwstr/>
  </property>
  <property fmtid="{D5CDD505-2E9C-101B-9397-08002B2CF9AE}" pid="14" name="header-left">
    <vt:lpwstr/>
  </property>
  <property fmtid="{D5CDD505-2E9C-101B-9397-08002B2CF9AE}" pid="15" name="header-right">
    <vt:lpwstr/>
  </property>
  <property fmtid="{D5CDD505-2E9C-101B-9397-08002B2CF9AE}" pid="16" name="links-as-notes">
    <vt:lpwstr>True</vt:lpwstr>
  </property>
  <property fmtid="{D5CDD505-2E9C-101B-9397-08002B2CF9AE}" pid="17" name="listings-disable-line-numbers">
    <vt:lpwstr>True</vt:lpwstr>
  </property>
  <property fmtid="{D5CDD505-2E9C-101B-9397-08002B2CF9AE}" pid="18" name="listings-no-page-break">
    <vt:lpwstr>False</vt:lpwstr>
  </property>
  <property fmtid="{D5CDD505-2E9C-101B-9397-08002B2CF9AE}" pid="19" name="lof">
    <vt:lpwstr>True</vt:lpwstr>
  </property>
  <property fmtid="{D5CDD505-2E9C-101B-9397-08002B2CF9AE}" pid="20" name="logo">
    <vt:lpwstr>assets/2021-10-19-15-01-36-image.png</vt:lpwstr>
  </property>
  <property fmtid="{D5CDD505-2E9C-101B-9397-08002B2CF9AE}" pid="21" name="logo-width">
    <vt:lpwstr>100</vt:lpwstr>
  </property>
  <property fmtid="{D5CDD505-2E9C-101B-9397-08002B2CF9AE}" pid="22" name="lot">
    <vt:lpwstr>True</vt:lpwstr>
  </property>
  <property fmtid="{D5CDD505-2E9C-101B-9397-08002B2CF9AE}" pid="23" name="marp">
    <vt:lpwstr>True</vt:lpwstr>
  </property>
  <property fmtid="{D5CDD505-2E9C-101B-9397-08002B2CF9AE}" pid="24" name="math">
    <vt:lpwstr>katex</vt:lpwstr>
  </property>
  <property fmtid="{D5CDD505-2E9C-101B-9397-08002B2CF9AE}" pid="25" name="page-background">
    <vt:lpwstr/>
  </property>
  <property fmtid="{D5CDD505-2E9C-101B-9397-08002B2CF9AE}" pid="26" name="page-background-opacity">
    <vt:lpwstr/>
  </property>
  <property fmtid="{D5CDD505-2E9C-101B-9397-08002B2CF9AE}" pid="27" name="paginate">
    <vt:lpwstr>True</vt:lpwstr>
  </property>
  <property fmtid="{D5CDD505-2E9C-101B-9397-08002B2CF9AE}" pid="28" name="style">
    <vt:lpwstr>img[alt~=“center”] { display: block; margin: 0 auto; }</vt:lpwstr>
  </property>
  <property fmtid="{D5CDD505-2E9C-101B-9397-08002B2CF9AE}" pid="29" name="subparagraph">
    <vt:lpwstr>True</vt:lpwstr>
  </property>
  <property fmtid="{D5CDD505-2E9C-101B-9397-08002B2CF9AE}" pid="30" name="subtitle">
    <vt:lpwstr>PlantUML</vt:lpwstr>
  </property>
  <property fmtid="{D5CDD505-2E9C-101B-9397-08002B2CF9AE}" pid="31" name="theme">
    <vt:lpwstr>default</vt:lpwstr>
  </property>
  <property fmtid="{D5CDD505-2E9C-101B-9397-08002B2CF9AE}" pid="32" name="titlepage">
    <vt:lpwstr>True</vt:lpwstr>
  </property>
  <property fmtid="{D5CDD505-2E9C-101B-9397-08002B2CF9AE}" pid="33" name="titlepage-color">
    <vt:lpwstr>FFFFFF</vt:lpwstr>
  </property>
  <property fmtid="{D5CDD505-2E9C-101B-9397-08002B2CF9AE}" pid="34" name="titlepage-rule-color">
    <vt:lpwstr>CCCCCC</vt:lpwstr>
  </property>
  <property fmtid="{D5CDD505-2E9C-101B-9397-08002B2CF9AE}" pid="35" name="titlepage-rule-height">
    <vt:lpwstr>4</vt:lpwstr>
  </property>
  <property fmtid="{D5CDD505-2E9C-101B-9397-08002B2CF9AE}" pid="36" name="titlepage-text-color">
    <vt:lpwstr>000000</vt:lpwstr>
  </property>
</Properties>
</file>